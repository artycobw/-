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8240b4da3a4e71" /><Relationship Type="http://schemas.openxmlformats.org/officeDocument/2006/relationships/extended-properties" Target="/docProps/app.xml" Id="R8472b7e85dd14e4e" /><Relationship Type="http://schemas.openxmlformats.org/officeDocument/2006/relationships/officeDocument" Target="/ppt/presentation.xml" Id="Rb2e5942a590f4b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3fd434b7c04b60"/>
  </p:sldMasterIdLst>
  <p:notesMasterIdLst>
    <p:notesMasterId xmlns:r="http://schemas.openxmlformats.org/officeDocument/2006/relationships" r:id="Ra5a42980c7044837"/>
  </p:notesMasterIdLst>
  <p:sldIdLst>
    <p:sldId xmlns:r="http://schemas.openxmlformats.org/officeDocument/2006/relationships" id="256" r:id="R72cbb617ed9e4d8d"/>
    <p:sldId xmlns:r="http://schemas.openxmlformats.org/officeDocument/2006/relationships" id="257" r:id="R3a4937811696473b"/>
    <p:sldId xmlns:r="http://schemas.openxmlformats.org/officeDocument/2006/relationships" id="258" r:id="R1f2f2a31b7634a6e"/>
    <p:sldId xmlns:r="http://schemas.openxmlformats.org/officeDocument/2006/relationships" id="259" r:id="R9e8bf5749f6e4204"/>
    <p:sldId xmlns:r="http://schemas.openxmlformats.org/officeDocument/2006/relationships" id="260" r:id="R0ba6f8c1d09a489f"/>
    <p:sldId xmlns:r="http://schemas.openxmlformats.org/officeDocument/2006/relationships" id="261" r:id="R02b81301e93f4873"/>
    <p:sldId xmlns:r="http://schemas.openxmlformats.org/officeDocument/2006/relationships" id="262" r:id="Rf78c8df9f8b248dd"/>
    <p:sldId xmlns:r="http://schemas.openxmlformats.org/officeDocument/2006/relationships" id="263" r:id="Ra4f84d89c4a94a20"/>
    <p:sldId xmlns:r="http://schemas.openxmlformats.org/officeDocument/2006/relationships" id="264" r:id="R10e20fe588fe48dd"/>
    <p:sldId xmlns:r="http://schemas.openxmlformats.org/officeDocument/2006/relationships" id="265" r:id="R1d90d8348a5e45ff"/>
    <p:sldId xmlns:r="http://schemas.openxmlformats.org/officeDocument/2006/relationships" id="266" r:id="R9d37812df0db4374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11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220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32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43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5549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2658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199765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6877" algn="l" defTabSz="91422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8cf314cb094325" /><Relationship Type="http://schemas.openxmlformats.org/officeDocument/2006/relationships/slideMaster" Target="/ppt/slideMasters/slideMaster1.xml" Id="R3d3fd434b7c04b60" /><Relationship Type="http://schemas.openxmlformats.org/officeDocument/2006/relationships/notesMaster" Target="/ppt/notesMasters/notesMaster1.xml" Id="Ra5a42980c7044837" /><Relationship Type="http://schemas.openxmlformats.org/officeDocument/2006/relationships/presProps" Target="/ppt/presProps.xml" Id="Rfeb12eb458a741d2" /><Relationship Type="http://schemas.openxmlformats.org/officeDocument/2006/relationships/viewProps" Target="/ppt/viewProps.xml" Id="Redcfb0bcde374f5f" /><Relationship Type="http://schemas.openxmlformats.org/officeDocument/2006/relationships/tableStyles" Target="/ppt/tableStyles.xml" Id="R6d740fc152ed4f1f" /><Relationship Type="http://schemas.openxmlformats.org/officeDocument/2006/relationships/slide" Target="/ppt/slides/slide1.xml" Id="R72cbb617ed9e4d8d" /><Relationship Type="http://schemas.openxmlformats.org/officeDocument/2006/relationships/slide" Target="/ppt/slides/slide2.xml" Id="R3a4937811696473b" /><Relationship Type="http://schemas.openxmlformats.org/officeDocument/2006/relationships/slide" Target="/ppt/slides/slide3.xml" Id="R1f2f2a31b7634a6e" /><Relationship Type="http://schemas.openxmlformats.org/officeDocument/2006/relationships/slide" Target="/ppt/slides/slide4.xml" Id="R9e8bf5749f6e4204" /><Relationship Type="http://schemas.openxmlformats.org/officeDocument/2006/relationships/slide" Target="/ppt/slides/slide5.xml" Id="R0ba6f8c1d09a489f" /><Relationship Type="http://schemas.openxmlformats.org/officeDocument/2006/relationships/slide" Target="/ppt/slides/slide6.xml" Id="R02b81301e93f4873" /><Relationship Type="http://schemas.openxmlformats.org/officeDocument/2006/relationships/slide" Target="/ppt/slides/slide7.xml" Id="Rf78c8df9f8b248dd" /><Relationship Type="http://schemas.openxmlformats.org/officeDocument/2006/relationships/slide" Target="/ppt/slides/slide8.xml" Id="Ra4f84d89c4a94a20" /><Relationship Type="http://schemas.openxmlformats.org/officeDocument/2006/relationships/slide" Target="/ppt/slides/slide9.xml" Id="R10e20fe588fe48dd" /><Relationship Type="http://schemas.openxmlformats.org/officeDocument/2006/relationships/slide" Target="/ppt/slides/slide10.xml" Id="R1d90d8348a5e45ff" /><Relationship Type="http://schemas.openxmlformats.org/officeDocument/2006/relationships/slide" Target="/ppt/slides/slide11.xml" Id="R9d37812df0db43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fd0935a6714f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c88bee98c14325" /><Relationship Type="http://schemas.openxmlformats.org/officeDocument/2006/relationships/notesMaster" Target="/ppt/notesMasters/notesMaster1.xml" Id="R9b0fe369277e4c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2bb1d4c017490a" /><Relationship Type="http://schemas.openxmlformats.org/officeDocument/2006/relationships/notesMaster" Target="/ppt/notesMasters/notesMaster1.xml" Id="R0a77c934f1b141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b90b135d12474a" /><Relationship Type="http://schemas.openxmlformats.org/officeDocument/2006/relationships/notesMaster" Target="/ppt/notesMasters/notesMaster1.xml" Id="R02a2589af62545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6a2249c3ac4882" /><Relationship Type="http://schemas.openxmlformats.org/officeDocument/2006/relationships/notesMaster" Target="/ppt/notesMasters/notesMaster1.xml" Id="R6f3b50e3ca1e45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abc3586a3548c1" /><Relationship Type="http://schemas.openxmlformats.org/officeDocument/2006/relationships/notesMaster" Target="/ppt/notesMasters/notesMaster1.xml" Id="Rd12879732e7f46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74dc1c4ad84ee1" /><Relationship Type="http://schemas.openxmlformats.org/officeDocument/2006/relationships/notesMaster" Target="/ppt/notesMasters/notesMaster1.xml" Id="R00a150026d4a4a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fda39204d141d3" /><Relationship Type="http://schemas.openxmlformats.org/officeDocument/2006/relationships/notesMaster" Target="/ppt/notesMasters/notesMaster1.xml" Id="R7d0b42f1a34c4b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bf65ed195242c5" /><Relationship Type="http://schemas.openxmlformats.org/officeDocument/2006/relationships/notesMaster" Target="/ppt/notesMasters/notesMaster1.xml" Id="Rdda17c5cb47344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ca1f9e06d24ba9" /><Relationship Type="http://schemas.openxmlformats.org/officeDocument/2006/relationships/notesMaster" Target="/ppt/notesMasters/notesMaster1.xml" Id="Rd8f3a533880144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e24c40d6a84e06" /><Relationship Type="http://schemas.openxmlformats.org/officeDocument/2006/relationships/notesMaster" Target="/ppt/notesMasters/notesMaster1.xml" Id="Rfdf95ecea1ce48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f27539d1eb497f" /><Relationship Type="http://schemas.openxmlformats.org/officeDocument/2006/relationships/notesMaster" Target="/ppt/notesMasters/notesMaster1.xml" Id="Readaed6ffc444c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1.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2.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3.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4.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Команда PixiPod. Балашев Артур Вадимович, fullstack-разработчик, бэкенд, фронтенд и ML. Ростов-на-Дону. Telegram: @ArtycoB. Сведения предоставлены капитаном.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5.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6.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7.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8.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9.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10.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Разряд. Слайд 11. Источники: техническое задание ФСП, ответы организаторов в XLSX и группе спецтрека; реализация репозитория; ml/metrics.json. Стартовые данные синтетические. Официальная интеграция ФСП не подключена.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8fcfbbd23f4906" /><Relationship Type="http://schemas.openxmlformats.org/officeDocument/2006/relationships/image" Target="/ppt/media/image2.png" Id="Rc2a9ba5b90b145e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0b8f0df7e24f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817a8974d64c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825dfe166241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c95eec63846f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24cf1a9056427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6aa44331e340d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cb0aa70ad41c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3c0e3d335044c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7641fb6ac0432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77b7dd7537456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0049069fb4369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507c4a031e47f8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5880a22d9c437c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d10aa40a884968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c5e4ee517b4f3f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13d2e29ec417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c719ce93de464b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f6940d4d84038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646e2d49b44499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58349b23b4937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d5b9e793444f01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7a02afb4d2480c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c2a9ba5b90b145e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02.10.2026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02.10.2026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02.10.2026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02.10.2026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02.10.2026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02.10.2026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68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8007BFFF-C9CD-4B83-829B-B9929D6FCE13}"/>
              </a:ext>
            </a:extLst>
          </p:cNvPr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03A72E9C-23A9-44B3-B511-6A85DB20ACD9}"/>
              </a:ext>
            </a:extLst>
          </p:cNvPr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A6606C26-BC18-4D53-AAD4-183D133C2799}"/>
              </a:ext>
            </a:extLst>
          </p:cNvPr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 xmlns:a="http://schemas.openxmlformats.org/drawingml/2006/main">
              <a:ext uri="{FF2B5EF4-FFF2-40B4-BE49-F238E27FC236}">
                <a16:creationId xmlns:a16="http://schemas.microsoft.com/office/drawing/2014/main" id="{97E804F9-5EE2-446B-94FD-1880D141BA19}"/>
              </a:ext>
            </a:extLst>
          </p:cNvPr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02.10.2026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6754d1b4cc0646f7" /><Relationship Type="http://schemas.openxmlformats.org/officeDocument/2006/relationships/theme" Target="/ppt/slideMasters/theme/theme2.xml" Id="R90aefc43c4d44d8c" /><Relationship Type="http://schemas.openxmlformats.org/officeDocument/2006/relationships/slideLayout" Target="/ppt/slideLayouts/slideLayout1.xml" Id="Rf132d5adfd2845e0" /><Relationship Type="http://schemas.openxmlformats.org/officeDocument/2006/relationships/slideLayout" Target="/ppt/slideLayouts/slideLayout2.xml" Id="Rec382a417a114156" /><Relationship Type="http://schemas.openxmlformats.org/officeDocument/2006/relationships/slideLayout" Target="/ppt/slideLayouts/slideLayout3.xml" Id="R6a0be8e9a7ba4a30" /><Relationship Type="http://schemas.openxmlformats.org/officeDocument/2006/relationships/slideLayout" Target="/ppt/slideLayouts/slideLayout4.xml" Id="Rd7cf939da71b4af0" /><Relationship Type="http://schemas.openxmlformats.org/officeDocument/2006/relationships/slideLayout" Target="/ppt/slideLayouts/slideLayout5.xml" Id="Rda788d1098d24fd8" /><Relationship Type="http://schemas.openxmlformats.org/officeDocument/2006/relationships/slideLayout" Target="/ppt/slideLayouts/slideLayout6.xml" Id="Rf07ae33557374a69" /><Relationship Type="http://schemas.openxmlformats.org/officeDocument/2006/relationships/slideLayout" Target="/ppt/slideLayouts/slideLayout7.xml" Id="R948c54681de54c79" /><Relationship Type="http://schemas.openxmlformats.org/officeDocument/2006/relationships/slideLayout" Target="/ppt/slideLayouts/slideLayout8.xml" Id="Rf6d58a5e7a9640b7" /><Relationship Type="http://schemas.openxmlformats.org/officeDocument/2006/relationships/slideLayout" Target="/ppt/slideLayouts/slideLayout9.xml" Id="Reb10e8432f86474e" /><Relationship Type="http://schemas.openxmlformats.org/officeDocument/2006/relationships/slideLayout" Target="/ppt/slideLayouts/slideLayout10.xml" Id="R1153b2aeadf046b2" /><Relationship Type="http://schemas.openxmlformats.org/officeDocument/2006/relationships/slideLayout" Target="/ppt/slideLayouts/slideLayout11.xml" Id="Re47a4d9bd5e4421a" /><Relationship Type="http://schemas.openxmlformats.org/officeDocument/2006/relationships/slideLayout" Target="/ppt/slideLayouts/slideLayout12.xml" Id="R4910d9b3b3a14005" /><Relationship Type="http://schemas.openxmlformats.org/officeDocument/2006/relationships/slideLayout" Target="/ppt/slideLayouts/slideLayout13.xml" Id="Rac712273eef84b07" /><Relationship Type="http://schemas.openxmlformats.org/officeDocument/2006/relationships/slideLayout" Target="/ppt/slideLayouts/slideLayout14.xml" Id="R7a7f73ab1e1d40da" /><Relationship Type="http://schemas.openxmlformats.org/officeDocument/2006/relationships/slideLayout" Target="/ppt/slideLayouts/slideLayout15.xml" Id="Rabb0b73e8b0f4013" /><Relationship Type="http://schemas.openxmlformats.org/officeDocument/2006/relationships/slideLayout" Target="/ppt/slideLayouts/slideLayout16.xml" Id="R30d9614d532a40ae" /><Relationship Type="http://schemas.openxmlformats.org/officeDocument/2006/relationships/slideLayout" Target="/ppt/slideLayouts/slideLayout17.xml" Id="Rd3582774124e43c0" /><Relationship Type="http://schemas.openxmlformats.org/officeDocument/2006/relationships/slideLayout" Target="/ppt/slideLayouts/slideLayout18.xml" Id="Rfa66ec7e09944d8d" /><Relationship Type="http://schemas.openxmlformats.org/officeDocument/2006/relationships/slideLayout" Target="/ppt/slideLayouts/slideLayout19.xml" Id="Rd921d49c0dc34627" /><Relationship Type="http://schemas.openxmlformats.org/officeDocument/2006/relationships/slideLayout" Target="/ppt/slideLayouts/slideLayout20.xml" Id="R9966893cd5774c87" /><Relationship Type="http://schemas.openxmlformats.org/officeDocument/2006/relationships/slideLayout" Target="/ppt/slideLayouts/slideLayout21.xml" Id="R09709201076d4f69" /><Relationship Type="http://schemas.openxmlformats.org/officeDocument/2006/relationships/slideLayout" Target="/ppt/slideLayouts/slideLayout22.xml" Id="R71efe216b03a4edd" /><Relationship Type="http://schemas.openxmlformats.org/officeDocument/2006/relationships/slideLayout" Target="/ppt/slideLayouts/slideLayout23.xml" Id="Raf5d0566efdc46d6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754d1b4cc0646f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02.10.2026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32d5adfd2845e0"/>
    <p:sldLayoutId xmlns:r="http://schemas.openxmlformats.org/officeDocument/2006/relationships" id="2147483650" r:id="Rec382a417a114156"/>
    <p:sldLayoutId xmlns:r="http://schemas.openxmlformats.org/officeDocument/2006/relationships" id="2147483651" r:id="R6a0be8e9a7ba4a30"/>
    <p:sldLayoutId xmlns:r="http://schemas.openxmlformats.org/officeDocument/2006/relationships" id="2147483652" r:id="Rd7cf939da71b4af0"/>
    <p:sldLayoutId xmlns:r="http://schemas.openxmlformats.org/officeDocument/2006/relationships" id="2147483653" r:id="Rda788d1098d24fd8"/>
    <p:sldLayoutId xmlns:r="http://schemas.openxmlformats.org/officeDocument/2006/relationships" id="2147483654" r:id="Rf07ae33557374a69"/>
    <p:sldLayoutId xmlns:r="http://schemas.openxmlformats.org/officeDocument/2006/relationships" id="2147483655" r:id="R948c54681de54c79"/>
    <p:sldLayoutId xmlns:r="http://schemas.openxmlformats.org/officeDocument/2006/relationships" id="2147483656" r:id="Rf6d58a5e7a9640b7"/>
    <p:sldLayoutId xmlns:r="http://schemas.openxmlformats.org/officeDocument/2006/relationships" id="2147483657" r:id="Reb10e8432f86474e"/>
    <p:sldLayoutId xmlns:r="http://schemas.openxmlformats.org/officeDocument/2006/relationships" id="2147483658" r:id="R1153b2aeadf046b2"/>
    <p:sldLayoutId xmlns:r="http://schemas.openxmlformats.org/officeDocument/2006/relationships" id="2147483659" r:id="Re47a4d9bd5e4421a"/>
    <p:sldLayoutId xmlns:r="http://schemas.openxmlformats.org/officeDocument/2006/relationships" id="2147483660" r:id="R4910d9b3b3a14005"/>
    <p:sldLayoutId xmlns:r="http://schemas.openxmlformats.org/officeDocument/2006/relationships" id="2147483661" r:id="Rac712273eef84b07"/>
    <p:sldLayoutId xmlns:r="http://schemas.openxmlformats.org/officeDocument/2006/relationships" id="2147483662" r:id="R7a7f73ab1e1d40da"/>
    <p:sldLayoutId xmlns:r="http://schemas.openxmlformats.org/officeDocument/2006/relationships" id="2147483663" r:id="Rabb0b73e8b0f4013"/>
    <p:sldLayoutId xmlns:r="http://schemas.openxmlformats.org/officeDocument/2006/relationships" id="2147483664" r:id="R30d9614d532a40ae"/>
    <p:sldLayoutId xmlns:r="http://schemas.openxmlformats.org/officeDocument/2006/relationships" id="2147483665" r:id="Rd3582774124e43c0"/>
    <p:sldLayoutId xmlns:r="http://schemas.openxmlformats.org/officeDocument/2006/relationships" id="2147483666" r:id="Rfa66ec7e09944d8d"/>
    <p:sldLayoutId xmlns:r="http://schemas.openxmlformats.org/officeDocument/2006/relationships" id="2147483667" r:id="Rd921d49c0dc34627"/>
    <p:sldLayoutId xmlns:r="http://schemas.openxmlformats.org/officeDocument/2006/relationships" id="2147483668" r:id="R9966893cd5774c87"/>
    <p:sldLayoutId xmlns:r="http://schemas.openxmlformats.org/officeDocument/2006/relationships" id="2147483669" r:id="R09709201076d4f69"/>
    <p:sldLayoutId xmlns:r="http://schemas.openxmlformats.org/officeDocument/2006/relationships" id="2147483670" r:id="R71efe216b03a4edd"/>
    <p:sldLayoutId xmlns:r="http://schemas.openxmlformats.org/officeDocument/2006/relationships" id="2147483671" r:id="Raf5d0566efdc46d6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adb2ece2347cf" /><Relationship Type="http://schemas.openxmlformats.org/officeDocument/2006/relationships/image" Target="/ppt/media/image3.png" Id="Rc96a580a08b64668" /><Relationship Type="http://schemas.openxmlformats.org/officeDocument/2006/relationships/notesSlide" Target="/ppt/notesSlides/notesSlide1.xml" Id="Rc0c210ea4a414c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643518f0764a1e" /><Relationship Type="http://schemas.openxmlformats.org/officeDocument/2006/relationships/image" Target="/ppt/media/image4.png" Id="R2f7fc707186f466f" /><Relationship Type="http://schemas.openxmlformats.org/officeDocument/2006/relationships/notesSlide" Target="/ppt/notesSlides/notesSlide2.xml" Id="R1112048b4bc649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00d32a201948db" /><Relationship Type="http://schemas.openxmlformats.org/officeDocument/2006/relationships/image" Target="/ppt/media/image.png" Id="R8e543a1e2fdb45c1" /><Relationship Type="http://schemas.openxmlformats.org/officeDocument/2006/relationships/notesSlide" Target="/ppt/notesSlides/notesSlide3.xml" Id="Rb59e476834bf40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c1041a89b140b1" /><Relationship Type="http://schemas.openxmlformats.org/officeDocument/2006/relationships/image" Target="/ppt/media/image5.png" Id="R8ccb639eac8d4cae" /><Relationship Type="http://schemas.openxmlformats.org/officeDocument/2006/relationships/notesSlide" Target="/ppt/notesSlides/notesSlide4.xml" Id="R3992f8bd73214b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62f7bc16eec46ff" /><Relationship Type="http://schemas.openxmlformats.org/officeDocument/2006/relationships/image" Target="/ppt/media/image.png" Id="R646b7976676a4f85" /><Relationship Type="http://schemas.openxmlformats.org/officeDocument/2006/relationships/notesSlide" Target="/ppt/notesSlides/notesSlide5.xml" Id="R4075427e736f48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1a3a273b23d440e8" /><Relationship Type="http://schemas.openxmlformats.org/officeDocument/2006/relationships/image" Target="/ppt/media/image.png" Id="R61a24b0bdb9b4a40" /><Relationship Type="http://schemas.openxmlformats.org/officeDocument/2006/relationships/image" Target="/ppt/media/image6.png" Id="R73e7ee65f8d74fd9" /><Relationship Type="http://schemas.openxmlformats.org/officeDocument/2006/relationships/notesSlide" Target="/ppt/notesSlides/notesSlide6.xml" Id="R4f96e4089ece42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bbc75b29e1be4744" /><Relationship Type="http://schemas.openxmlformats.org/officeDocument/2006/relationships/image" Target="/ppt/media/image4.png" Id="Rcdf30eeb0ab143f1" /><Relationship Type="http://schemas.openxmlformats.org/officeDocument/2006/relationships/notesSlide" Target="/ppt/notesSlides/notesSlide7.xml" Id="Rc0fe4079680f44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eb9833ee9ee43e1" /><Relationship Type="http://schemas.openxmlformats.org/officeDocument/2006/relationships/image" Target="/ppt/media/image5.png" Id="Rf2e66918f256440c" /><Relationship Type="http://schemas.openxmlformats.org/officeDocument/2006/relationships/notesSlide" Target="/ppt/notesSlides/notesSlide8.xml" Id="Ree684c9a7a0d4c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40c33ef5adb416d" /><Relationship Type="http://schemas.openxmlformats.org/officeDocument/2006/relationships/image" Target="/ppt/media/image5.png" Id="R96d248250c31408c" /><Relationship Type="http://schemas.openxmlformats.org/officeDocument/2006/relationships/notesSlide" Target="/ppt/notesSlides/notesSlide9.xml" Id="Ra39f5e9c5fcc48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5f2ab1b435e642fe" /><Relationship Type="http://schemas.openxmlformats.org/officeDocument/2006/relationships/image" Target="/ppt/media/image5.png" Id="Rf7a1fbe5af274814" /><Relationship Type="http://schemas.openxmlformats.org/officeDocument/2006/relationships/notesSlide" Target="/ppt/notesSlides/notesSlide10.xml" Id="Rbfabfff7d73243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c82cb0971d99472f" /><Relationship Type="http://schemas.openxmlformats.org/officeDocument/2006/relationships/image" Target="/ppt/media/image4.png" Id="R086a72973eed44be" /><Relationship Type="http://schemas.openxmlformats.org/officeDocument/2006/relationships/image" Target="/ppt/media/image7.png" Id="R4f58a48998384457" /><Relationship Type="http://schemas.openxmlformats.org/officeDocument/2006/relationships/image" Target="/ppt/media/image8.png" Id="R380742070b3244b6" /><Relationship Type="http://schemas.openxmlformats.org/officeDocument/2006/relationships/notesSlide" Target="/ppt/notesSlides/notesSlide11.xml" Id="Ra05ed8407926498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268288" indent="0">
              <a:buNone/>
              <a:def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РАЗРЯД</a:t>
            </a:r>
            <a:endParaRPr sz="4800"/>
          </a:p>
          <a:p xmlns:a="http://schemas.openxmlformats.org/drawingml/2006/main">
            <a:pPr marL="268288" indent="0">
              <a:buNone/>
              <a:def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345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Навыки говорят за вас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>
            <a:normAutofit lnSpcReduction="10000"/>
          </a:bodyPr>
          <a:lstStyle xmlns:a="http://schemas.openxmlformats.org/drawingml/2006/main"/>
          <a:p xmlns:a="http://schemas.openxmlformats.org/drawingml/2006/main">
            <a:pPr marL="271463" indent="-3175">
              <a:buNone/>
            </a:pPr>
            <a:r>
              <a:t>Цифровая платформа-агрегатор ИТ-вакансий </a:t>
            </a:r>
            <a:br/>
            <a:r>
              <a:t>с верифицированным профилем достижений </a:t>
            </a:r>
            <a:br/>
            <a:r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41367F5-DC9E-4223-95C7-C83BC79B2C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6a580a08b646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6075" y="631174"/>
            <a:ext cx="4905194" cy="62003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f7fc707186f466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0" y="335267"/>
            <a:ext cx="6456363" cy="2971784"/>
          </a:xfrm>
        </p:spPr>
      </p:sp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 задаёт категорию. Подбор объясняет совпадения. Контакты открываются только выбранной компании.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Команда: PixiPod, один участник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Капитан: Балашев Артур Вадимович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Fullstack-разработчик: бэкенд, фронтенд и ML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 i="1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Ростов-на-Дону · Telegram: @ArtycoB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ПРОЕКТ «РАЗРЯД»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5DBE79C5-7C0E-4353-B35E-4DC852C3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D6D622C8-7075-4EDA-8859-ECEE51A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3DC79AE-4E92-47D6-865C-C197E275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4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Проверенный уровень помогает компании найти специалиста и предложить работу с открытой зарплатой.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E2598689-54C9-18A7-3A19-ED76AA08988F}" type="slidenum">
              <a:rPr sz="1200">
                <a:solidFill>
                  <a:schemeClr val="accent5"/>
                </a:solidFill>
              </a:rPr>
              <a:t>2</a:t>
            </a:fld>
            <a:endParaRPr sz="1200">
              <a:solidFill>
                <a:schemeClr val="accent5"/>
              </a:solidFill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1881B9-74A8-4281-8C97-D6D9AE4D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62000"/>
            <a:ext cx="5429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1A73CB-B879-445D-95A3-4A82751E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114425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5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5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PixiPod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1237CC-0DF3-4792-9B8E-C343694C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38375"/>
            <a:ext cx="504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746B7C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46B7C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746B7C"/>
                </a:solidFill>
                <a:latin typeface="Montserrat"/>
                <a:ea typeface="Montserrat"/>
                <a:cs typeface="Montserrat"/>
              </a:rPr>
              <a:t>Один разработчик. Полный цикл.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e543a1e2fdb45c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Python, FastAPI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Профили и тесты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Приглашения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Защита контактов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Бэкенд</a:t>
            </a:r>
          </a:p>
        </p:txBody>
      </p:sp>
      <p:sp>
        <p:nvSpPr>
          <p:cNvPr id="59" name="Скругленный 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712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6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Next.js, Tailwind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Русский интерфейс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Два кабинета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Адаптивная вёрстка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8995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Фронтенд</a:t>
            </a:r>
          </a:p>
        </p:txBody>
      </p:sp>
      <p:sp>
        <p:nvSpPr>
          <p:cNvPr id="62" name="Скругленный прямоугольник 61">
            <a:extLst xmlns:a="http://schemas.openxmlformats.org/drawingml/2006/main"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031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5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Признаки и обучение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Оценка ранжирования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Объяснение совпадений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Контроль ограничений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314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ML и подбор</a:t>
            </a:r>
          </a:p>
        </p:txBody>
      </p:sp>
      <p:sp>
        <p:nvSpPr>
          <p:cNvPr id="65" name="Скругленный прямоугольник 64">
            <a:extLst xmlns:a="http://schemas.openxmlformats.org/drawingml/2006/main"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7349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3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Тесты API и сценариев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Docker и запуск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Документация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Демонстрация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9632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5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Качество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PIXIPOD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Fullstack-разработчик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Telegram: @ArtycoB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2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Ростов-на-Дону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Балашев Артур</a:t>
            </a:r>
          </a:p>
          <a:p xmlns:a="http://schemas.openxmlformats.org/drawingml/2006/main">
            <a:pPr marL="0" indent="0">
              <a:buNone/>
              <a:def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4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Вадимович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6B71FB6-B122-4035-A31A-D1F04DF6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5727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Артур Балашев — единственный участник; справа направления его работы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3DE9A3D-878E-4767-B5C9-86449F9F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7EA33F7-F3BA-4325-81A1-60C36B8B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АБ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07A5E39-66E6-4776-A2C8-9B9D3B9C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361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2DF4112-79DC-4771-9739-52DD4EB6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386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API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D409D97-2940-4D84-BA3A-0E02BA45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696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F57195A-D3F4-47B1-9CC5-FF274ACD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721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WEB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E9AA826-62C8-4865-B15D-9D31205E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032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1B90DDE-9227-49A5-8631-31A448D8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7057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ML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F0D21BD-E134-4304-B79E-0DA33BFF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1809750"/>
            <a:ext cx="1724025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8A48E4A-906C-464B-ADF2-FBD213F8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2393" y="21431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3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QA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ccb639eac8d4ca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 ПРОЕКТЕ И КОМАНДЕ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PixiPod — команда одного разработчика из Ростова-на-Дону. Балашев Артур Вадимович отвечает за полный цикл: бэкенд, фронтенд и ML.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defPPr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Нет API ФСП — создан маркированный демореестр. Нет размеченных данных — проведена воспроизводимая оценка на синтетике. Доступ к контактам проверяется отдельно для каждой компании.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3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Задача продукта — связать проверяемые навыки с конкретными предложениями компаний.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b="1">
                <a:solidFill>
                  <a:schemeClr val="accent5"/>
                </a:solidFill>
              </a:rPr>
            </a:br>
            <a:r>
              <a:rPr b="1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983A52AF-E9B0-40DC-9735-9BE6FC8F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983AE6FA-5071-4D94-81DB-00CDD528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DB95312D-2686-44C5-A724-AEDB1EE4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46b7976676a4f8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Next.js + Tailwind: два кабинета и мобильный интерфейс.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FastAPI + SQLAlchemy: профили, тесты, вакансии, приглашения и согласия.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PostgreSQL в Docker; SQLite для локального демо.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Параметризованный банк тестов и CPU-модель ранжирования.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ФСП: демореестр; официальный контур требует API и OIDC.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Специалисту: показать подтверждённые навыки и выбрать предложение с известной зарплатой.</a:t>
            </a:r>
          </a:p>
          <a:p xmlns:a="http://schemas.openxmlformats.org/drawingml/2006/main">
            <a:pPr marL="0" indent="0">
              <a:buNone/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Компании: искать внутри проверенной категории, сравнивать доказательства и приглашать без публикации вакансии.</a:t>
            </a:r>
            <a:endParaRPr sz="1400">
              <a:solidFill>
                <a:schemeClr val="tx1"/>
              </a:solidFill>
            </a:endParaRPr>
          </a:p>
          <a:p xmlns:a="http://schemas.openxmlformats.org/drawingml/2006/main">
            <a:pPr marL="0" indent="0">
              <a:buNone/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Развитие: пилот с ФСП и компаниями, калибровка банка задач, затем ATS и расширение специализаций.</a:t>
            </a:r>
            <a:endParaRPr sz="140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Маркетинговая суть решения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endParaRPr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1a24b0bdb9b4a4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Скругленный прямоугольник 3">
            <a:extLst xmlns:a="http://schemas.openxmlformats.org/drawingml/2006/main"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170" y="1304256"/>
            <a:ext cx="11541659" cy="5052102"/>
          </a:xfrm>
          <a:prstGeom xmlns:a="http://schemas.openxmlformats.org/drawingml/2006/main" prst="roundRect">
            <a:avLst>
              <a:gd name="adj" fmla="val 6926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noFill/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3888" y="1556279"/>
            <a:ext cx="10789619" cy="37454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bg1"/>
                </a:solidFill>
              </a:rPr>
              <a:t>6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104" y="414049"/>
            <a:ext cx="5994696" cy="55206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3600">
              <a:solidFill>
                <a:schemeClr val="bg1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51BFC2-2008-4188-89D7-CAFFCD35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ПОДБОР ПО ПОДТВЕРЖДЁННЫМ НАВЫКАМ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DF70CD-57F3-4A3B-B96E-C97B4C2048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7ee65f8d74fd9"/>
          <a:stretch xmlns:a="http://schemas.openxmlformats.org/drawingml/2006/main"/>
        </p:blipFill>
        <p:spPr>
          <a:xfrm xmlns:a="http://schemas.openxmlformats.org/drawingml/2006/main">
            <a:off x="1110234" y="1400175"/>
            <a:ext cx="6542532" cy="4543425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BA9ED-A718-4230-A5D3-7125DA46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762125"/>
            <a:ext cx="2857500" cy="3762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01  Категория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Специализация и грейд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02  Доказательства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Тест, стек, история ФСП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03  Предложение</a:t>
            </a:r>
          </a:p>
          <a:p xmlns:a="http://schemas.openxmlformats.org/drawingml/2006/main">
            <a:pPr>
              <a:def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65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Зарплата до знакомства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df30eeb0ab143f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Заголовок 5">
            <a:extLst xmlns:a="http://schemas.openxmlformats.org/drawingml/2006/main"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3490" y="370426"/>
            <a:ext cx="5562510" cy="4423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200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521133" y="169502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521133" y="2552035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521133" y="3409044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521133" y="426605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521133" y="5123063"/>
            <a:ext cx="4902200" cy="71258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41475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Прямая соединительная линия 1">
            <a:extLst xmlns:a="http://schemas.openxmlformats.org/drawingml/2006/main">
              <a:ext uri="{FF2B5EF4-FFF2-40B4-BE49-F238E27FC236}">
                <a16:creationId xmlns:a16="http://schemas.microsoft.com/office/drawing/2014/main" id="{BA1558CC-9815-4E2C-B974-D42C4CE4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1604660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Прямая соединительная линия 3">
            <a:extLst xmlns:a="http://schemas.openxmlformats.org/drawingml/2006/main">
              <a:ext uri="{FF2B5EF4-FFF2-40B4-BE49-F238E27FC236}">
                <a16:creationId xmlns:a16="http://schemas.microsoft.com/office/drawing/2014/main" id="{0ADA9B8C-9D1B-4158-95BE-09DE8B4F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246553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Прямая соединительная линия 12">
            <a:extLst xmlns:a="http://schemas.openxmlformats.org/drawingml/2006/main">
              <a:ext uri="{FF2B5EF4-FFF2-40B4-BE49-F238E27FC236}">
                <a16:creationId xmlns:a16="http://schemas.microsoft.com/office/drawing/2014/main" id="{5F2C1B27-9FEB-477E-80A5-1FF4BB23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334286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Прямая соединительная линия 13">
            <a:extLst xmlns:a="http://schemas.openxmlformats.org/drawingml/2006/main">
              <a:ext uri="{FF2B5EF4-FFF2-40B4-BE49-F238E27FC236}">
                <a16:creationId xmlns:a16="http://schemas.microsoft.com/office/drawing/2014/main" id="{535F1590-C597-46BD-88DC-F10D6E12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4183125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Прямая соединительная линия 14">
            <a:extLst xmlns:a="http://schemas.openxmlformats.org/drawingml/2006/main">
              <a:ext uri="{FF2B5EF4-FFF2-40B4-BE49-F238E27FC236}">
                <a16:creationId xmlns:a16="http://schemas.microsoft.com/office/drawing/2014/main" id="{7E1B95AF-4F5D-409F-BF94-F730EE3A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33" y="5048098"/>
            <a:ext cx="11335905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C3C0B5-1138-46C3-A9DE-16F948F0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АРХИТЕКТУРА И ГРАНИЦЫ ДОВЕРИЯ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D57F56-F7ED-4919-AF8A-20671F36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71650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Интерфейс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850266-8327-4A41-A1FD-11C3546C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71650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Next.js → единый origin → /api/v1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C2CA17-6A51-45F7-8F6C-8170B472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38425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Доступ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082722-67C3-4B85-B12A-BA42D83C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38425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HttpOnly-сессия, роли, подтверждение почты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A2654E-43A5-41A6-8A9C-269E4D73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Домен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6C4A68-6CDD-4D58-9263-E0648DF0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505200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Тест → категория → подбор → приглашение → согласие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481C68-7A70-49EC-A8E1-74F1DB09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1975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Хранилище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10F399-839C-45E2-B8EF-E2FEE734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371975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PostgreSQL / SQLite, уникальность, транзакции, аудит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E55A9B-F9B6-4CFD-A12B-02F00077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2428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Интеграции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30F41E-6F2A-4CC4-9F50-0BB7B0B2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238750"/>
            <a:ext cx="7858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SMTP работает; ФСП и ATS требуют подключения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2e66918f256440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25EE90-C8F9-40B4-A0F8-1166121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ПРОВЕРКА НАВЫКОВ: ЧТО УЖЕ ИЗМЕРЕНО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AE0B11-129E-4DD1-9FE8-31FA56B1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19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600 / 600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108374-2815-44CB-B3E3-ACA10BD6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Уникальных вариантов</a:t>
            </a:r>
          </a:p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по одному чертежу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72FF9F-3903-40E9-9F8A-F39846F7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314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2 направления × 3 уровня.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8 вопросов, 30 минут.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Порог — 70 баллов.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9A3AF-FF7C-4146-956D-427E3530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190750"/>
            <a:ext cx="319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0,854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BBFA21-BD29-4CFA-9A91-33B37991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908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Корреляция test–retest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FEA028-AF87-4207-80D7-EC9403DF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38625"/>
            <a:ext cx="314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1 200 виртуальных участников.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Согласие по прохождению: 86,1%.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Симуляция IRT.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86C0F1-8D6F-4767-B08A-47DF4D80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90750"/>
            <a:ext cx="3190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38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12,84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EA7BB2-BBF9-4292-B2E1-D2D3240C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908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8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Средний разброс баллов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EEAE9E-AAAC-41B8-AAF0-1645B8B8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38625"/>
            <a:ext cx="3143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Короткий тест даёт ошибку.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Нужны экспертная разметка</a:t>
            </a:r>
          </a:p>
          <a:p xmlns:a="http://schemas.openxmlformats.org/drawingml/2006/main">
            <a:pPr>
              <a:def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00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 реальная калибровка.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6d248250c31408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1615961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1615964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1596605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1596605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1596605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1596605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xmlns:a="http://schemas.openxmlformats.org/drawingml/2006/main" noGrp="1"/>
          </p:cNvSpPr>
          <p:nvPr>
            <p:ph type="body" idx="43"/>
          </p:nvPr>
        </p:nvSpPr>
        <p:spPr>
          <a:xfrm xmlns:a="http://schemas.openxmlformats.org/drawingml/2006/main">
            <a:off x="7289068" y="1428777"/>
            <a:ext cx="3866856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xmlns:a="http://schemas.openxmlformats.org/drawingml/2006/main" noGrp="1"/>
          </p:cNvSpPr>
          <p:nvPr>
            <p:ph type="body" idx="44"/>
          </p:nvPr>
        </p:nvSpPr>
        <p:spPr>
          <a:xfrm xmlns:a="http://schemas.openxmlformats.org/drawingml/2006/main">
            <a:off x="7289071" y="1996388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xmlns:a="http://schemas.openxmlformats.org/drawingml/2006/main" noGrp="1"/>
          </p:cNvSpPr>
          <p:nvPr>
            <p:ph type="body" idx="45"/>
          </p:nvPr>
        </p:nvSpPr>
        <p:spPr>
          <a:xfrm xmlns:a="http://schemas.openxmlformats.org/drawingml/2006/main">
            <a:off x="7269712" y="3032761"/>
            <a:ext cx="386685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xmlns:a="http://schemas.openxmlformats.org/drawingml/2006/main" noGrp="1"/>
          </p:cNvSpPr>
          <p:nvPr>
            <p:ph type="body" idx="46"/>
          </p:nvPr>
        </p:nvSpPr>
        <p:spPr>
          <a:xfrm xmlns:a="http://schemas.openxmlformats.org/drawingml/2006/main">
            <a:off x="7269712" y="3580500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 xmlns:a="http://schemas.openxmlformats.org/drawingml/2006/main"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xmlns:a="http://schemas.openxmlformats.org/drawingml/2006/main" noGrp="1"/>
          </p:cNvSpPr>
          <p:nvPr>
            <p:ph type="body" idx="47"/>
          </p:nvPr>
        </p:nvSpPr>
        <p:spPr>
          <a:xfrm xmlns:a="http://schemas.openxmlformats.org/drawingml/2006/main">
            <a:off x="7269712" y="4616873"/>
            <a:ext cx="3866856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 xmlns:a="http://schemas.openxmlformats.org/drawingml/2006/main"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xmlns:a="http://schemas.openxmlformats.org/drawingml/2006/main" noGrp="1"/>
          </p:cNvSpPr>
          <p:nvPr>
            <p:ph type="body" idx="48"/>
          </p:nvPr>
        </p:nvSpPr>
        <p:spPr>
          <a:xfrm xmlns:a="http://schemas.openxmlformats.org/drawingml/2006/main">
            <a:off x="7269712" y="5164612"/>
            <a:ext cx="3866856" cy="67207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20913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501557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501557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 xmlns:a="http://schemas.openxmlformats.org/drawingml/2006/main"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xmlns:a="http://schemas.openxmlformats.org/drawingml/2006/main" noGrp="1"/>
          </p:cNvSpPr>
          <p:nvPr>
            <p:ph type="body" idx="52"/>
          </p:nvPr>
        </p:nvSpPr>
        <p:spPr>
          <a:xfrm xmlns:a="http://schemas.openxmlformats.org/drawingml/2006/main">
            <a:off x="6194020" y="1394052"/>
            <a:ext cx="771003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 xmlns:a="http://schemas.openxmlformats.org/drawingml/2006/main"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xmlns:a="http://schemas.openxmlformats.org/drawingml/2006/main" noGrp="1"/>
          </p:cNvSpPr>
          <p:nvPr>
            <p:ph type="body" idx="53"/>
          </p:nvPr>
        </p:nvSpPr>
        <p:spPr>
          <a:xfrm xmlns:a="http://schemas.openxmlformats.org/drawingml/2006/main">
            <a:off x="6174664" y="2998036"/>
            <a:ext cx="771003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 xmlns:a="http://schemas.openxmlformats.org/drawingml/2006/main"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xmlns:a="http://schemas.openxmlformats.org/drawingml/2006/main" noGrp="1"/>
          </p:cNvSpPr>
          <p:nvPr>
            <p:ph type="body" idx="54"/>
          </p:nvPr>
        </p:nvSpPr>
        <p:spPr>
          <a:xfrm xmlns:a="http://schemas.openxmlformats.org/drawingml/2006/main">
            <a:off x="6174664" y="4582148"/>
            <a:ext cx="771003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b="1">
              <a:solidFill>
                <a:schemeClr val="accent5"/>
              </a:solidFill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88FA72-5240-4404-AF85-434CB80F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МОДЕЛЬ УЛУЧШАЕТ СИНТЕТИЧЕСКИЙ ПОДБОР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817F0F-24EA-4C34-9474-1CE68948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381125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3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NDCG@5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4A1EE8-1787-4CE2-BD03-4F8A8B9A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Формула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F688C6-D060-48AE-997D-E48BF38C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6051328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83D1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4C4497-3909-4A88-91B5-C9F91A4F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907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0,9774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B1CC1B-4DFC-413F-9402-9EF7AADA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Гибрид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4D0A6C-56F3-4126-88A5-69DBE55E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429000"/>
            <a:ext cx="6131814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0053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34B16-4079-4AB8-B860-6ED93596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290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250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0,9904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FC1022-0A7B-4988-801E-D14B73CE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0572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5 120 обучающих пар · 1 280 валидационных · 1 920 тестовых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Разделение по потребностям и кандидатам. 60 тестовых подборок.</a:t>
            </a:r>
          </a:p>
          <a:p xmlns:a="http://schemas.openxmlformats.org/drawingml/2006/main">
            <a:pPr>
              <a:def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5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Метки синтетические: результат не доказывает качество реального найма.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7a1fbe5af27481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prstGeom xmlns:a="http://schemas.openxmlformats.org/drawingml/2006/main" prst="roundRect">
            <a:avLst>
              <a:gd name="adj" fmla="val 6127"/>
            </a:avLst>
          </a:prstGeom>
        </p:spPr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prstGeom xmlns:a="http://schemas.openxmlformats.org/drawingml/2006/main" prst="roundRect">
            <a:avLst>
              <a:gd name="adj" fmla="val 11783"/>
            </a:avLst>
          </a:prstGeom>
        </p:spPr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prstGeom xmlns:a="http://schemas.openxmlformats.org/drawingml/2006/main" prst="roundRect">
            <a:avLst>
              <a:gd name="adj" fmla="val 7254"/>
            </a:avLst>
          </a:prstGeom>
        </p:spPr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prstGeom xmlns:a="http://schemas.openxmlformats.org/drawingml/2006/main" prst="roundRect">
            <a:avLst>
              <a:gd name="adj" fmla="val 10128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chemeClr val="accent5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2775523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61A89-ACD8-4E05-994F-1528D4D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ЧТО ГОТОВО И ЧТО НУЖНО ДЛЯ ПИЛОТА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1D582D-9AC4-4971-A59E-DEEB301E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5095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Работающий прототип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A6AF37-DDAF-482C-8818-F16C03D7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509587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Регистрация и почта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Профиль и PDF-резюме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Проверка выбранного грейда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Потребности и объяснимый подбор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Приглашения и адресный контакт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Вакансии, отклики, практика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10021B-FFC3-45A1-BE1E-7825DB6D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6192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17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Следующий этап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038B71-87AC-4F05-ADA1-9694140F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476500"/>
            <a:ext cx="4667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Официальный API ФСП и OIDC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Экспертная калибровка тестов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Разметка от работодателей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Проверка компаний и антифрод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Резервные копии, мониторинг</a:t>
            </a:r>
          </a:p>
          <a:p xmlns:a="http://schemas.openxmlformats.org/drawingml/2006/main">
            <a:pPr>
              <a:def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defRPr>
            </a:pPr>
            <a:r>
              <a:rPr sz="1875" b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ATS, пилот и оценка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86a72973eed44b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2" name="AutoShape 1">
            <a:extLst xmlns:a="http://schemas.openxmlformats.org/drawingml/2006/main">
              <a:ext uri="{FF2B5EF4-FFF2-40B4-BE49-F238E27FC236}">
                <a16:creationId xmlns:a16="http://schemas.microsoft.com/office/drawing/2014/main" id="{C5DD9855-9040-4A8E-8FC7-2A87D71D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50498" y="1149443"/>
            <a:ext cx="4266586" cy="2822929"/>
          </a:xfrm>
          <a:prstGeom xmlns:a="http://schemas.openxmlformats.org/drawingml/2006/main" prst="roundRect">
            <a:avLst>
              <a:gd name="adj" fmla="val 1292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  <a:effectLst xmlns:a="http://schemas.openxmlformats.org/drawingml/2006/main"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CA962FF-DEAF-450E-BAC9-2CBF039F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49124" y="1358784"/>
            <a:ext cx="4266587" cy="1998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4" name="AutoShape 3">
            <a:extLst xmlns:a="http://schemas.openxmlformats.org/drawingml/2006/main">
              <a:ext uri="{FF2B5EF4-FFF2-40B4-BE49-F238E27FC236}">
                <a16:creationId xmlns:a16="http://schemas.microsoft.com/office/drawing/2014/main" id="{29B32C08-05E5-455D-AB4B-FA780C0B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82205" y="1203365"/>
            <a:ext cx="1706634" cy="355244"/>
          </a:xfrm>
          <a:prstGeom xmlns:a="http://schemas.openxmlformats.org/drawingml/2006/main" prst="roundRect">
            <a:avLst>
              <a:gd name="adj" fmla="val 11986"/>
            </a:avLst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5" name="Oval 4">
            <a:extLst xmlns:a="http://schemas.openxmlformats.org/drawingml/2006/main">
              <a:ext uri="{FF2B5EF4-FFF2-40B4-BE49-F238E27FC236}">
                <a16:creationId xmlns:a16="http://schemas.microsoft.com/office/drawing/2014/main" id="{DB5DCAC2-FF8B-4D8A-8761-EF6BE6B4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8574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6" name="Oval 5">
            <a:extLst xmlns:a="http://schemas.openxmlformats.org/drawingml/2006/main">
              <a:ext uri="{FF2B5EF4-FFF2-40B4-BE49-F238E27FC236}">
                <a16:creationId xmlns:a16="http://schemas.microsoft.com/office/drawing/2014/main" id="{A18062AF-728F-4F67-A9EE-6DA3DC1E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25239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7" name="Oval 6">
            <a:extLst xmlns:a="http://schemas.openxmlformats.org/drawingml/2006/main">
              <a:ext uri="{FF2B5EF4-FFF2-40B4-BE49-F238E27FC236}">
                <a16:creationId xmlns:a16="http://schemas.microsoft.com/office/drawing/2014/main" id="{1F8B8CA3-31B9-4E3E-89F8-B823F31C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31903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8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C40CC64C-4BDE-4B83-ACBA-76BBEC31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89263" y="1396846"/>
            <a:ext cx="3205451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 cap="flat">
            <a:solidFill>
              <a:srgbClr val="B3B3B3"/>
            </a:solidFill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2" name="Freeform 13">
            <a:extLst xmlns:a="http://schemas.openxmlformats.org/drawingml/2006/main">
              <a:ext uri="{FF2B5EF4-FFF2-40B4-BE49-F238E27FC236}">
                <a16:creationId xmlns:a16="http://schemas.microsoft.com/office/drawing/2014/main" id="{8251ED56-D5C4-4244-B7B8-9CC65D6F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10105" y="1203365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2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3" name="Freeform 14">
            <a:extLst xmlns:a="http://schemas.openxmlformats.org/drawingml/2006/main">
              <a:ext uri="{FF2B5EF4-FFF2-40B4-BE49-F238E27FC236}">
                <a16:creationId xmlns:a16="http://schemas.microsoft.com/office/drawing/2014/main" id="{ECE11028-B7CA-451E-851D-176871A0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10105" y="1240208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1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4" name="Freeform 15">
            <a:extLst xmlns:a="http://schemas.openxmlformats.org/drawingml/2006/main">
              <a:ext uri="{FF2B5EF4-FFF2-40B4-BE49-F238E27FC236}">
                <a16:creationId xmlns:a16="http://schemas.microsoft.com/office/drawing/2014/main" id="{C663966C-C5F6-4AF2-AC81-EF7A040B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10105" y="1276945"/>
            <a:ext cx="24455" cy="24634"/>
          </a:xfrm>
          <a:custGeom xmlns:a="http://schemas.openxmlformats.org/drawingml/2006/main">
            <a:gdLst>
              <a:gd name="T0" fmla="*/ 168 w 193"/>
              <a:gd name="T1" fmla="*/ 0 h 193"/>
              <a:gd name="T2" fmla="*/ 24 w 193"/>
              <a:gd name="T3" fmla="*/ 0 h 193"/>
              <a:gd name="T4" fmla="*/ 0 w 193"/>
              <a:gd name="T5" fmla="*/ 25 h 193"/>
              <a:gd name="T6" fmla="*/ 0 w 193"/>
              <a:gd name="T7" fmla="*/ 169 h 193"/>
              <a:gd name="T8" fmla="*/ 24 w 193"/>
              <a:gd name="T9" fmla="*/ 193 h 193"/>
              <a:gd name="T10" fmla="*/ 168 w 193"/>
              <a:gd name="T11" fmla="*/ 193 h 193"/>
              <a:gd name="T12" fmla="*/ 193 w 193"/>
              <a:gd name="T13" fmla="*/ 169 h 193"/>
              <a:gd name="T14" fmla="*/ 193 w 193"/>
              <a:gd name="T15" fmla="*/ 25 h 193"/>
              <a:gd name="T16" fmla="*/ 168 w 193"/>
              <a:gd name="T17" fmla="*/ 0 h 193"/>
            </a:gdLst>
            <a:rect l="0" t="0" r="r" b="b"/>
            <a:pathLst>
              <a:path w="193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2" y="193"/>
                  <a:pt x="193" y="182"/>
                  <a:pt x="193" y="169"/>
                </a:cubicBezTo>
                <a:cubicBezTo>
                  <a:pt x="193" y="25"/>
                  <a:pt x="193" y="25"/>
                  <a:pt x="193" y="25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5" name="Freeform 16">
            <a:extLst xmlns:a="http://schemas.openxmlformats.org/drawingml/2006/main">
              <a:ext uri="{FF2B5EF4-FFF2-40B4-BE49-F238E27FC236}">
                <a16:creationId xmlns:a16="http://schemas.microsoft.com/office/drawing/2014/main" id="{1231452A-2DB6-4628-B13E-989E3196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46734" y="1203365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6" name="Freeform 17">
            <a:extLst xmlns:a="http://schemas.openxmlformats.org/drawingml/2006/main">
              <a:ext uri="{FF2B5EF4-FFF2-40B4-BE49-F238E27FC236}">
                <a16:creationId xmlns:a16="http://schemas.microsoft.com/office/drawing/2014/main" id="{02B5F533-7190-4486-800E-50B9DEE2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46734" y="1240208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7" name="Freeform 18">
            <a:extLst xmlns:a="http://schemas.openxmlformats.org/drawingml/2006/main">
              <a:ext uri="{FF2B5EF4-FFF2-40B4-BE49-F238E27FC236}">
                <a16:creationId xmlns:a16="http://schemas.microsoft.com/office/drawing/2014/main" id="{E1197ACF-D4F7-4F4F-B51B-31BAB03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46734" y="1276945"/>
            <a:ext cx="24294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8" name="Freeform 19">
            <a:extLst xmlns:a="http://schemas.openxmlformats.org/drawingml/2006/main">
              <a:ext uri="{FF2B5EF4-FFF2-40B4-BE49-F238E27FC236}">
                <a16:creationId xmlns:a16="http://schemas.microsoft.com/office/drawing/2014/main" id="{305C916E-AA00-40D3-979E-8385C880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3310" y="1203365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9" name="Freeform 20">
            <a:extLst xmlns:a="http://schemas.openxmlformats.org/drawingml/2006/main">
              <a:ext uri="{FF2B5EF4-FFF2-40B4-BE49-F238E27FC236}">
                <a16:creationId xmlns:a16="http://schemas.microsoft.com/office/drawing/2014/main" id="{606A4951-C43E-4D62-8601-77DAE03D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3310" y="1240208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0" name="Freeform 21">
            <a:extLst xmlns:a="http://schemas.openxmlformats.org/drawingml/2006/main">
              <a:ext uri="{FF2B5EF4-FFF2-40B4-BE49-F238E27FC236}">
                <a16:creationId xmlns:a16="http://schemas.microsoft.com/office/drawing/2014/main" id="{E4DF5AB0-92B8-4555-8BFE-FEB94F35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3310" y="1276945"/>
            <a:ext cx="24348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0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0" name="Freeform 25">
            <a:extLst xmlns:a="http://schemas.openxmlformats.org/drawingml/2006/main">
              <a:ext uri="{FF2B5EF4-FFF2-40B4-BE49-F238E27FC236}">
                <a16:creationId xmlns:a16="http://schemas.microsoft.com/office/drawing/2014/main" id="{C904AC4F-21D6-40FC-874A-C69831B8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5211808" y="1416310"/>
            <a:ext cx="92256" cy="81375"/>
          </a:xfrm>
          <a:custGeom xmlns:a="http://schemas.openxmlformats.org/drawingml/2006/main">
            <a:gdLst>
              <a:gd name="T0" fmla="*/ 504 w 896"/>
              <a:gd name="T1" fmla="*/ 0 h 784"/>
              <a:gd name="T2" fmla="*/ 116 w 896"/>
              <a:gd name="T3" fmla="*/ 336 h 784"/>
              <a:gd name="T4" fmla="*/ 0 w 896"/>
              <a:gd name="T5" fmla="*/ 336 h 784"/>
              <a:gd name="T6" fmla="*/ 168 w 896"/>
              <a:gd name="T7" fmla="*/ 560 h 784"/>
              <a:gd name="T8" fmla="*/ 336 w 896"/>
              <a:gd name="T9" fmla="*/ 336 h 784"/>
              <a:gd name="T10" fmla="*/ 230 w 896"/>
              <a:gd name="T11" fmla="*/ 336 h 784"/>
              <a:gd name="T12" fmla="*/ 504 w 896"/>
              <a:gd name="T13" fmla="*/ 112 h 784"/>
              <a:gd name="T14" fmla="*/ 784 w 896"/>
              <a:gd name="T15" fmla="*/ 392 h 784"/>
              <a:gd name="T16" fmla="*/ 504 w 896"/>
              <a:gd name="T17" fmla="*/ 672 h 784"/>
              <a:gd name="T18" fmla="*/ 504 w 896"/>
              <a:gd name="T19" fmla="*/ 784 h 784"/>
              <a:gd name="T20" fmla="*/ 896 w 896"/>
              <a:gd name="T21" fmla="*/ 392 h 784"/>
              <a:gd name="T22" fmla="*/ 504 w 896"/>
              <a:gd name="T23" fmla="*/ 0 h 784"/>
            </a:gdLst>
            <a:rect l="0" t="0" r="r" b="b"/>
            <a:pathLst>
              <a:path w="896" h="784">
                <a:moveTo>
                  <a:pt x="504" y="0"/>
                </a:moveTo>
                <a:cubicBezTo>
                  <a:pt x="307" y="0"/>
                  <a:pt x="144" y="146"/>
                  <a:pt x="116" y="336"/>
                </a:cubicBezTo>
                <a:cubicBezTo>
                  <a:pt x="0" y="336"/>
                  <a:pt x="0" y="336"/>
                  <a:pt x="0" y="336"/>
                </a:cubicBezTo>
                <a:cubicBezTo>
                  <a:pt x="168" y="560"/>
                  <a:pt x="168" y="560"/>
                  <a:pt x="168" y="560"/>
                </a:cubicBezTo>
                <a:cubicBezTo>
                  <a:pt x="336" y="336"/>
                  <a:pt x="336" y="336"/>
                  <a:pt x="336" y="336"/>
                </a:cubicBezTo>
                <a:cubicBezTo>
                  <a:pt x="230" y="336"/>
                  <a:pt x="230" y="336"/>
                  <a:pt x="230" y="336"/>
                </a:cubicBezTo>
                <a:cubicBezTo>
                  <a:pt x="256" y="208"/>
                  <a:pt x="369" y="112"/>
                  <a:pt x="504" y="112"/>
                </a:cubicBezTo>
                <a:cubicBezTo>
                  <a:pt x="658" y="112"/>
                  <a:pt x="784" y="238"/>
                  <a:pt x="784" y="392"/>
                </a:cubicBezTo>
                <a:cubicBezTo>
                  <a:pt x="784" y="546"/>
                  <a:pt x="658" y="672"/>
                  <a:pt x="504" y="672"/>
                </a:cubicBezTo>
                <a:cubicBezTo>
                  <a:pt x="504" y="784"/>
                  <a:pt x="504" y="784"/>
                  <a:pt x="504" y="784"/>
                </a:cubicBezTo>
                <a:cubicBezTo>
                  <a:pt x="721" y="784"/>
                  <a:pt x="896" y="609"/>
                  <a:pt x="896" y="392"/>
                </a:cubicBezTo>
                <a:cubicBezTo>
                  <a:pt x="896" y="175"/>
                  <a:pt x="721" y="0"/>
                  <a:pt x="504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21" name="Oval 6">
            <a:extLst xmlns:a="http://schemas.openxmlformats.org/drawingml/2006/main">
              <a:ext uri="{FF2B5EF4-FFF2-40B4-BE49-F238E27FC236}">
                <a16:creationId xmlns:a16="http://schemas.microsoft.com/office/drawing/2014/main" id="{008AEF74-0CB4-4F9D-941F-B3FDCFD4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43769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FF43D9F-F201-460A-B5AB-10C4C632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05596" y="1340551"/>
            <a:ext cx="86074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def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localhost:3000</a:t>
            </a:r>
          </a:p>
        </p:txBody>
      </p:sp>
      <p:sp>
        <p:nvSpPr>
          <p:cNvPr id="11" name="Freeform 29">
            <a:extLst xmlns:a="http://schemas.openxmlformats.org/drawingml/2006/main">
              <a:ext uri="{FF2B5EF4-FFF2-40B4-BE49-F238E27FC236}">
                <a16:creationId xmlns:a16="http://schemas.microsoft.com/office/drawing/2014/main" id="{773BAD95-B78D-42DD-A801-8B84C3BF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29513" y="1425286"/>
            <a:ext cx="72445" cy="73024"/>
          </a:xfrm>
          <a:custGeom xmlns:a="http://schemas.openxmlformats.org/drawingml/2006/main">
            <a:gdLst>
              <a:gd name="T0" fmla="*/ 0 w 636"/>
              <a:gd name="T1" fmla="*/ 318 h 636"/>
              <a:gd name="T2" fmla="*/ 636 w 636"/>
              <a:gd name="T3" fmla="*/ 318 h 636"/>
              <a:gd name="T4" fmla="*/ 594 w 636"/>
              <a:gd name="T5" fmla="*/ 308 h 636"/>
              <a:gd name="T6" fmla="*/ 448 w 636"/>
              <a:gd name="T7" fmla="*/ 179 h 636"/>
              <a:gd name="T8" fmla="*/ 594 w 636"/>
              <a:gd name="T9" fmla="*/ 308 h 636"/>
              <a:gd name="T10" fmla="*/ 223 w 636"/>
              <a:gd name="T11" fmla="*/ 486 h 636"/>
              <a:gd name="T12" fmla="*/ 308 w 636"/>
              <a:gd name="T13" fmla="*/ 594 h 636"/>
              <a:gd name="T14" fmla="*/ 329 w 636"/>
              <a:gd name="T15" fmla="*/ 42 h 636"/>
              <a:gd name="T16" fmla="*/ 328 w 636"/>
              <a:gd name="T17" fmla="*/ 184 h 636"/>
              <a:gd name="T18" fmla="*/ 329 w 636"/>
              <a:gd name="T19" fmla="*/ 42 h 636"/>
              <a:gd name="T20" fmla="*/ 510 w 636"/>
              <a:gd name="T21" fmla="*/ 119 h 636"/>
              <a:gd name="T22" fmla="*/ 363 w 636"/>
              <a:gd name="T23" fmla="*/ 45 h 636"/>
              <a:gd name="T24" fmla="*/ 308 w 636"/>
              <a:gd name="T25" fmla="*/ 184 h 636"/>
              <a:gd name="T26" fmla="*/ 307 w 636"/>
              <a:gd name="T27" fmla="*/ 42 h 636"/>
              <a:gd name="T28" fmla="*/ 196 w 636"/>
              <a:gd name="T29" fmla="*/ 160 h 636"/>
              <a:gd name="T30" fmla="*/ 273 w 636"/>
              <a:gd name="T31" fmla="*/ 45 h 636"/>
              <a:gd name="T32" fmla="*/ 207 w 636"/>
              <a:gd name="T33" fmla="*/ 186 h 636"/>
              <a:gd name="T34" fmla="*/ 308 w 636"/>
              <a:gd name="T35" fmla="*/ 308 h 636"/>
              <a:gd name="T36" fmla="*/ 207 w 636"/>
              <a:gd name="T37" fmla="*/ 186 h 636"/>
              <a:gd name="T38" fmla="*/ 308 w 636"/>
              <a:gd name="T39" fmla="*/ 452 h 636"/>
              <a:gd name="T40" fmla="*/ 185 w 636"/>
              <a:gd name="T41" fmla="*/ 328 h 636"/>
              <a:gd name="T42" fmla="*/ 273 w 636"/>
              <a:gd name="T43" fmla="*/ 591 h 636"/>
              <a:gd name="T44" fmla="*/ 204 w 636"/>
              <a:gd name="T45" fmla="*/ 493 h 636"/>
              <a:gd name="T46" fmla="*/ 328 w 636"/>
              <a:gd name="T47" fmla="*/ 594 h 636"/>
              <a:gd name="T48" fmla="*/ 413 w 636"/>
              <a:gd name="T49" fmla="*/ 486 h 636"/>
              <a:gd name="T50" fmla="*/ 328 w 636"/>
              <a:gd name="T51" fmla="*/ 594 h 636"/>
              <a:gd name="T52" fmla="*/ 498 w 636"/>
              <a:gd name="T53" fmla="*/ 528 h 636"/>
              <a:gd name="T54" fmla="*/ 432 w 636"/>
              <a:gd name="T55" fmla="*/ 493 h 636"/>
              <a:gd name="T56" fmla="*/ 328 w 636"/>
              <a:gd name="T57" fmla="*/ 452 h 636"/>
              <a:gd name="T58" fmla="*/ 451 w 636"/>
              <a:gd name="T59" fmla="*/ 328 h 636"/>
              <a:gd name="T60" fmla="*/ 328 w 636"/>
              <a:gd name="T61" fmla="*/ 308 h 636"/>
              <a:gd name="T62" fmla="*/ 429 w 636"/>
              <a:gd name="T63" fmla="*/ 186 h 636"/>
              <a:gd name="T64" fmla="*/ 328 w 636"/>
              <a:gd name="T65" fmla="*/ 308 h 636"/>
              <a:gd name="T66" fmla="*/ 188 w 636"/>
              <a:gd name="T67" fmla="*/ 179 h 636"/>
              <a:gd name="T68" fmla="*/ 42 w 636"/>
              <a:gd name="T69" fmla="*/ 308 h 636"/>
              <a:gd name="T70" fmla="*/ 42 w 636"/>
              <a:gd name="T71" fmla="*/ 328 h 636"/>
              <a:gd name="T72" fmla="*/ 195 w 636"/>
              <a:gd name="T73" fmla="*/ 475 h 636"/>
              <a:gd name="T74" fmla="*/ 42 w 636"/>
              <a:gd name="T75" fmla="*/ 328 h 636"/>
              <a:gd name="T76" fmla="*/ 441 w 636"/>
              <a:gd name="T77" fmla="*/ 475 h 636"/>
              <a:gd name="T78" fmla="*/ 594 w 636"/>
              <a:gd name="T79" fmla="*/ 328 h 636"/>
            </a:gdLst>
            <a:rect l="0" t="0" r="r" b="b"/>
            <a:pathLst>
              <a:path w="636" h="636">
                <a:moveTo>
                  <a:pt x="318" y="0"/>
                </a:moveTo>
                <a:cubicBezTo>
                  <a:pt x="142" y="0"/>
                  <a:pt x="0" y="142"/>
                  <a:pt x="0" y="318"/>
                </a:cubicBezTo>
                <a:cubicBezTo>
                  <a:pt x="0" y="494"/>
                  <a:pt x="142" y="636"/>
                  <a:pt x="318" y="636"/>
                </a:cubicBezTo>
                <a:cubicBezTo>
                  <a:pt x="494" y="636"/>
                  <a:pt x="636" y="494"/>
                  <a:pt x="636" y="318"/>
                </a:cubicBezTo>
                <a:cubicBezTo>
                  <a:pt x="636" y="142"/>
                  <a:pt x="494" y="0"/>
                  <a:pt x="318" y="0"/>
                </a:cubicBezTo>
                <a:close/>
                <a:moveTo>
                  <a:pt x="594" y="308"/>
                </a:moveTo>
                <a:cubicBezTo>
                  <a:pt x="471" y="308"/>
                  <a:pt x="471" y="308"/>
                  <a:pt x="471" y="308"/>
                </a:cubicBezTo>
                <a:cubicBezTo>
                  <a:pt x="470" y="262"/>
                  <a:pt x="462" y="219"/>
                  <a:pt x="448" y="179"/>
                </a:cubicBezTo>
                <a:cubicBezTo>
                  <a:pt x="476" y="168"/>
                  <a:pt x="501" y="152"/>
                  <a:pt x="525" y="134"/>
                </a:cubicBezTo>
                <a:cubicBezTo>
                  <a:pt x="566" y="181"/>
                  <a:pt x="592" y="241"/>
                  <a:pt x="594" y="308"/>
                </a:cubicBezTo>
                <a:close/>
                <a:moveTo>
                  <a:pt x="307" y="594"/>
                </a:moveTo>
                <a:cubicBezTo>
                  <a:pt x="273" y="566"/>
                  <a:pt x="244" y="529"/>
                  <a:pt x="223" y="486"/>
                </a:cubicBezTo>
                <a:cubicBezTo>
                  <a:pt x="250" y="478"/>
                  <a:pt x="278" y="473"/>
                  <a:pt x="308" y="472"/>
                </a:cubicBezTo>
                <a:cubicBezTo>
                  <a:pt x="308" y="594"/>
                  <a:pt x="308" y="594"/>
                  <a:pt x="308" y="594"/>
                </a:cubicBezTo>
                <a:cubicBezTo>
                  <a:pt x="307" y="594"/>
                  <a:pt x="307" y="594"/>
                  <a:pt x="307" y="594"/>
                </a:cubicBezTo>
                <a:close/>
                <a:moveTo>
                  <a:pt x="329" y="42"/>
                </a:moveTo>
                <a:cubicBezTo>
                  <a:pt x="368" y="74"/>
                  <a:pt x="400" y="117"/>
                  <a:pt x="421" y="167"/>
                </a:cubicBezTo>
                <a:cubicBezTo>
                  <a:pt x="392" y="177"/>
                  <a:pt x="361" y="183"/>
                  <a:pt x="328" y="184"/>
                </a:cubicBezTo>
                <a:cubicBezTo>
                  <a:pt x="328" y="42"/>
                  <a:pt x="328" y="42"/>
                  <a:pt x="328" y="42"/>
                </a:cubicBezTo>
                <a:cubicBezTo>
                  <a:pt x="329" y="42"/>
                  <a:pt x="329" y="42"/>
                  <a:pt x="329" y="42"/>
                </a:cubicBezTo>
                <a:close/>
                <a:moveTo>
                  <a:pt x="363" y="45"/>
                </a:moveTo>
                <a:cubicBezTo>
                  <a:pt x="420" y="55"/>
                  <a:pt x="471" y="81"/>
                  <a:pt x="510" y="119"/>
                </a:cubicBezTo>
                <a:cubicBezTo>
                  <a:pt x="489" y="136"/>
                  <a:pt x="466" y="150"/>
                  <a:pt x="440" y="160"/>
                </a:cubicBezTo>
                <a:cubicBezTo>
                  <a:pt x="421" y="116"/>
                  <a:pt x="395" y="77"/>
                  <a:pt x="363" y="45"/>
                </a:cubicBezTo>
                <a:close/>
                <a:moveTo>
                  <a:pt x="308" y="42"/>
                </a:moveTo>
                <a:cubicBezTo>
                  <a:pt x="308" y="184"/>
                  <a:pt x="308" y="184"/>
                  <a:pt x="308" y="184"/>
                </a:cubicBezTo>
                <a:cubicBezTo>
                  <a:pt x="275" y="183"/>
                  <a:pt x="244" y="177"/>
                  <a:pt x="215" y="167"/>
                </a:cubicBezTo>
                <a:cubicBezTo>
                  <a:pt x="236" y="117"/>
                  <a:pt x="268" y="74"/>
                  <a:pt x="307" y="42"/>
                </a:cubicBezTo>
                <a:cubicBezTo>
                  <a:pt x="307" y="42"/>
                  <a:pt x="307" y="42"/>
                  <a:pt x="308" y="42"/>
                </a:cubicBezTo>
                <a:close/>
                <a:moveTo>
                  <a:pt x="196" y="160"/>
                </a:moveTo>
                <a:cubicBezTo>
                  <a:pt x="171" y="150"/>
                  <a:pt x="147" y="136"/>
                  <a:pt x="126" y="119"/>
                </a:cubicBezTo>
                <a:cubicBezTo>
                  <a:pt x="165" y="81"/>
                  <a:pt x="216" y="55"/>
                  <a:pt x="273" y="45"/>
                </a:cubicBezTo>
                <a:cubicBezTo>
                  <a:pt x="241" y="77"/>
                  <a:pt x="215" y="116"/>
                  <a:pt x="196" y="160"/>
                </a:cubicBezTo>
                <a:close/>
                <a:moveTo>
                  <a:pt x="207" y="186"/>
                </a:moveTo>
                <a:cubicBezTo>
                  <a:pt x="239" y="197"/>
                  <a:pt x="273" y="204"/>
                  <a:pt x="308" y="205"/>
                </a:cubicBezTo>
                <a:cubicBezTo>
                  <a:pt x="308" y="308"/>
                  <a:pt x="308" y="308"/>
                  <a:pt x="308" y="308"/>
                </a:cubicBezTo>
                <a:cubicBezTo>
                  <a:pt x="185" y="308"/>
                  <a:pt x="185" y="308"/>
                  <a:pt x="185" y="308"/>
                </a:cubicBezTo>
                <a:cubicBezTo>
                  <a:pt x="186" y="265"/>
                  <a:pt x="194" y="224"/>
                  <a:pt x="207" y="186"/>
                </a:cubicBezTo>
                <a:close/>
                <a:moveTo>
                  <a:pt x="308" y="328"/>
                </a:moveTo>
                <a:cubicBezTo>
                  <a:pt x="308" y="452"/>
                  <a:pt x="308" y="452"/>
                  <a:pt x="308" y="452"/>
                </a:cubicBezTo>
                <a:cubicBezTo>
                  <a:pt x="275" y="453"/>
                  <a:pt x="244" y="458"/>
                  <a:pt x="215" y="468"/>
                </a:cubicBezTo>
                <a:cubicBezTo>
                  <a:pt x="197" y="425"/>
                  <a:pt x="186" y="378"/>
                  <a:pt x="185" y="328"/>
                </a:cubicBezTo>
                <a:lnTo>
                  <a:pt x="308" y="328"/>
                </a:lnTo>
                <a:close/>
                <a:moveTo>
                  <a:pt x="273" y="591"/>
                </a:moveTo>
                <a:cubicBezTo>
                  <a:pt x="222" y="582"/>
                  <a:pt x="176" y="560"/>
                  <a:pt x="138" y="528"/>
                </a:cubicBezTo>
                <a:cubicBezTo>
                  <a:pt x="158" y="514"/>
                  <a:pt x="180" y="502"/>
                  <a:pt x="204" y="493"/>
                </a:cubicBezTo>
                <a:cubicBezTo>
                  <a:pt x="222" y="531"/>
                  <a:pt x="245" y="563"/>
                  <a:pt x="273" y="591"/>
                </a:cubicBezTo>
                <a:close/>
                <a:moveTo>
                  <a:pt x="328" y="594"/>
                </a:moveTo>
                <a:cubicBezTo>
                  <a:pt x="328" y="472"/>
                  <a:pt x="328" y="472"/>
                  <a:pt x="328" y="472"/>
                </a:cubicBezTo>
                <a:cubicBezTo>
                  <a:pt x="358" y="473"/>
                  <a:pt x="386" y="478"/>
                  <a:pt x="413" y="486"/>
                </a:cubicBezTo>
                <a:cubicBezTo>
                  <a:pt x="392" y="529"/>
                  <a:pt x="363" y="566"/>
                  <a:pt x="329" y="594"/>
                </a:cubicBezTo>
                <a:cubicBezTo>
                  <a:pt x="329" y="594"/>
                  <a:pt x="329" y="594"/>
                  <a:pt x="328" y="594"/>
                </a:cubicBezTo>
                <a:close/>
                <a:moveTo>
                  <a:pt x="432" y="493"/>
                </a:moveTo>
                <a:cubicBezTo>
                  <a:pt x="456" y="502"/>
                  <a:pt x="478" y="514"/>
                  <a:pt x="498" y="528"/>
                </a:cubicBezTo>
                <a:cubicBezTo>
                  <a:pt x="460" y="560"/>
                  <a:pt x="414" y="582"/>
                  <a:pt x="363" y="591"/>
                </a:cubicBezTo>
                <a:cubicBezTo>
                  <a:pt x="391" y="563"/>
                  <a:pt x="414" y="531"/>
                  <a:pt x="432" y="493"/>
                </a:cubicBezTo>
                <a:close/>
                <a:moveTo>
                  <a:pt x="421" y="468"/>
                </a:moveTo>
                <a:cubicBezTo>
                  <a:pt x="392" y="458"/>
                  <a:pt x="361" y="453"/>
                  <a:pt x="328" y="452"/>
                </a:cubicBezTo>
                <a:cubicBezTo>
                  <a:pt x="328" y="328"/>
                  <a:pt x="328" y="328"/>
                  <a:pt x="328" y="328"/>
                </a:cubicBezTo>
                <a:cubicBezTo>
                  <a:pt x="451" y="328"/>
                  <a:pt x="451" y="328"/>
                  <a:pt x="451" y="328"/>
                </a:cubicBezTo>
                <a:cubicBezTo>
                  <a:pt x="450" y="378"/>
                  <a:pt x="439" y="425"/>
                  <a:pt x="421" y="468"/>
                </a:cubicBezTo>
                <a:close/>
                <a:moveTo>
                  <a:pt x="328" y="308"/>
                </a:moveTo>
                <a:cubicBezTo>
                  <a:pt x="328" y="205"/>
                  <a:pt x="328" y="205"/>
                  <a:pt x="328" y="205"/>
                </a:cubicBezTo>
                <a:cubicBezTo>
                  <a:pt x="363" y="204"/>
                  <a:pt x="397" y="197"/>
                  <a:pt x="429" y="186"/>
                </a:cubicBezTo>
                <a:cubicBezTo>
                  <a:pt x="442" y="224"/>
                  <a:pt x="450" y="265"/>
                  <a:pt x="451" y="308"/>
                </a:cubicBezTo>
                <a:lnTo>
                  <a:pt x="328" y="308"/>
                </a:lnTo>
                <a:close/>
                <a:moveTo>
                  <a:pt x="111" y="134"/>
                </a:moveTo>
                <a:cubicBezTo>
                  <a:pt x="135" y="152"/>
                  <a:pt x="160" y="168"/>
                  <a:pt x="188" y="179"/>
                </a:cubicBezTo>
                <a:cubicBezTo>
                  <a:pt x="174" y="219"/>
                  <a:pt x="166" y="262"/>
                  <a:pt x="165" y="308"/>
                </a:cubicBezTo>
                <a:cubicBezTo>
                  <a:pt x="42" y="308"/>
                  <a:pt x="42" y="308"/>
                  <a:pt x="42" y="308"/>
                </a:cubicBezTo>
                <a:cubicBezTo>
                  <a:pt x="44" y="241"/>
                  <a:pt x="70" y="181"/>
                  <a:pt x="111" y="134"/>
                </a:cubicBezTo>
                <a:close/>
                <a:moveTo>
                  <a:pt x="42" y="328"/>
                </a:moveTo>
                <a:cubicBezTo>
                  <a:pt x="165" y="328"/>
                  <a:pt x="165" y="328"/>
                  <a:pt x="165" y="328"/>
                </a:cubicBezTo>
                <a:cubicBezTo>
                  <a:pt x="166" y="381"/>
                  <a:pt x="177" y="430"/>
                  <a:pt x="195" y="475"/>
                </a:cubicBezTo>
                <a:cubicBezTo>
                  <a:pt x="169" y="485"/>
                  <a:pt x="145" y="498"/>
                  <a:pt x="123" y="514"/>
                </a:cubicBezTo>
                <a:cubicBezTo>
                  <a:pt x="75" y="466"/>
                  <a:pt x="44" y="401"/>
                  <a:pt x="42" y="328"/>
                </a:cubicBezTo>
                <a:close/>
                <a:moveTo>
                  <a:pt x="513" y="514"/>
                </a:moveTo>
                <a:cubicBezTo>
                  <a:pt x="491" y="498"/>
                  <a:pt x="467" y="485"/>
                  <a:pt x="441" y="475"/>
                </a:cubicBezTo>
                <a:cubicBezTo>
                  <a:pt x="459" y="430"/>
                  <a:pt x="470" y="381"/>
                  <a:pt x="471" y="328"/>
                </a:cubicBezTo>
                <a:cubicBezTo>
                  <a:pt x="594" y="328"/>
                  <a:pt x="594" y="328"/>
                  <a:pt x="594" y="328"/>
                </a:cubicBezTo>
                <a:cubicBezTo>
                  <a:pt x="592" y="401"/>
                  <a:pt x="561" y="466"/>
                  <a:pt x="513" y="514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5" name="AutoShape 1">
            <a:extLst xmlns:a="http://schemas.openxmlformats.org/drawingml/2006/main">
              <a:ext uri="{FF2B5EF4-FFF2-40B4-BE49-F238E27FC236}">
                <a16:creationId xmlns:a16="http://schemas.microsoft.com/office/drawing/2014/main" id="{48F16F12-B004-4ABE-AAA8-42D597EF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95396" y="1149443"/>
            <a:ext cx="4266586" cy="2822929"/>
          </a:xfrm>
          <a:prstGeom xmlns:a="http://schemas.openxmlformats.org/drawingml/2006/main" prst="roundRect">
            <a:avLst>
              <a:gd name="adj" fmla="val 1292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  <a:effectLst xmlns:a="http://schemas.openxmlformats.org/drawingml/2006/main"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6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2CE4B65-6103-4C38-92A7-2A427C04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794022" y="1358784"/>
            <a:ext cx="4266587" cy="1998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7" name="AutoShape 3">
            <a:extLst xmlns:a="http://schemas.openxmlformats.org/drawingml/2006/main">
              <a:ext uri="{FF2B5EF4-FFF2-40B4-BE49-F238E27FC236}">
                <a16:creationId xmlns:a16="http://schemas.microsoft.com/office/drawing/2014/main" id="{297699FF-7AA4-40F4-81BC-DF7B89B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27103" y="1203365"/>
            <a:ext cx="1706634" cy="355244"/>
          </a:xfrm>
          <a:prstGeom xmlns:a="http://schemas.openxmlformats.org/drawingml/2006/main" prst="roundRect">
            <a:avLst>
              <a:gd name="adj" fmla="val 11986"/>
            </a:avLst>
          </a:prstGeom>
          <a:solidFill xmlns:a="http://schemas.openxmlformats.org/drawingml/2006/main">
            <a:schemeClr val="accent6">
              <a:lumMod val="50000"/>
            </a:schemeClr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8" name="Oval 4">
            <a:extLst xmlns:a="http://schemas.openxmlformats.org/drawingml/2006/main">
              <a:ext uri="{FF2B5EF4-FFF2-40B4-BE49-F238E27FC236}">
                <a16:creationId xmlns:a16="http://schemas.microsoft.com/office/drawing/2014/main" id="{D68B6E0E-D3C7-4493-A31B-8207DAE9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63472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9" name="Oval 5">
            <a:extLst xmlns:a="http://schemas.openxmlformats.org/drawingml/2006/main">
              <a:ext uri="{FF2B5EF4-FFF2-40B4-BE49-F238E27FC236}">
                <a16:creationId xmlns:a16="http://schemas.microsoft.com/office/drawing/2014/main" id="{AA3A8A3A-E81C-4F16-9EA2-9F11A977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70137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0" name="Oval 6">
            <a:extLst xmlns:a="http://schemas.openxmlformats.org/drawingml/2006/main">
              <a:ext uri="{FF2B5EF4-FFF2-40B4-BE49-F238E27FC236}">
                <a16:creationId xmlns:a16="http://schemas.microsoft.com/office/drawing/2014/main" id="{539165D2-E0B0-4B91-BDF2-5FF535A7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076801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1" name="Rectangle 92">
            <a:extLst xmlns:a="http://schemas.openxmlformats.org/drawingml/2006/main">
              <a:ext uri="{FF2B5EF4-FFF2-40B4-BE49-F238E27FC236}">
                <a16:creationId xmlns:a16="http://schemas.microsoft.com/office/drawing/2014/main" id="{B58995FD-774E-443F-8F74-D69C353C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34161" y="1396846"/>
            <a:ext cx="3205451" cy="1268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 cap="flat">
            <a:solidFill>
              <a:srgbClr val="B3B3B3"/>
            </a:solidFill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5" name="Freeform 13">
            <a:extLst xmlns:a="http://schemas.openxmlformats.org/drawingml/2006/main">
              <a:ext uri="{FF2B5EF4-FFF2-40B4-BE49-F238E27FC236}">
                <a16:creationId xmlns:a16="http://schemas.microsoft.com/office/drawing/2014/main" id="{2EE8F120-DDD5-495E-8097-10825D0A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55003" y="1203365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2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6" name="Freeform 14">
            <a:extLst xmlns:a="http://schemas.openxmlformats.org/drawingml/2006/main">
              <a:ext uri="{FF2B5EF4-FFF2-40B4-BE49-F238E27FC236}">
                <a16:creationId xmlns:a16="http://schemas.microsoft.com/office/drawing/2014/main" id="{899F88D3-5C91-4BBA-BE63-9371B4B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55003" y="1240208"/>
            <a:ext cx="24455" cy="24472"/>
          </a:xfrm>
          <a:custGeom xmlns:a="http://schemas.openxmlformats.org/drawingml/2006/main">
            <a:gdLst>
              <a:gd name="T0" fmla="*/ 168 w 193"/>
              <a:gd name="T1" fmla="*/ 0 h 192"/>
              <a:gd name="T2" fmla="*/ 24 w 193"/>
              <a:gd name="T3" fmla="*/ 0 h 192"/>
              <a:gd name="T4" fmla="*/ 0 w 193"/>
              <a:gd name="T5" fmla="*/ 24 h 192"/>
              <a:gd name="T6" fmla="*/ 0 w 193"/>
              <a:gd name="T7" fmla="*/ 168 h 192"/>
              <a:gd name="T8" fmla="*/ 24 w 193"/>
              <a:gd name="T9" fmla="*/ 192 h 192"/>
              <a:gd name="T10" fmla="*/ 168 w 193"/>
              <a:gd name="T11" fmla="*/ 192 h 192"/>
              <a:gd name="T12" fmla="*/ 193 w 193"/>
              <a:gd name="T13" fmla="*/ 168 h 192"/>
              <a:gd name="T14" fmla="*/ 193 w 193"/>
              <a:gd name="T15" fmla="*/ 24 h 192"/>
              <a:gd name="T16" fmla="*/ 168 w 193"/>
              <a:gd name="T17" fmla="*/ 0 h 192"/>
            </a:gdLst>
            <a:rect l="0" t="0" r="r" b="b"/>
            <a:pathLst>
              <a:path w="193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2" y="192"/>
                  <a:pt x="193" y="181"/>
                  <a:pt x="193" y="168"/>
                </a:cubicBezTo>
                <a:cubicBezTo>
                  <a:pt x="193" y="24"/>
                  <a:pt x="193" y="24"/>
                  <a:pt x="193" y="24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7" name="Freeform 15">
            <a:extLst xmlns:a="http://schemas.openxmlformats.org/drawingml/2006/main">
              <a:ext uri="{FF2B5EF4-FFF2-40B4-BE49-F238E27FC236}">
                <a16:creationId xmlns:a16="http://schemas.microsoft.com/office/drawing/2014/main" id="{C1C5DCC2-9B40-4DA3-AB2F-ED9C5D89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55003" y="1276945"/>
            <a:ext cx="24455" cy="24634"/>
          </a:xfrm>
          <a:custGeom xmlns:a="http://schemas.openxmlformats.org/drawingml/2006/main">
            <a:gdLst>
              <a:gd name="T0" fmla="*/ 168 w 193"/>
              <a:gd name="T1" fmla="*/ 0 h 193"/>
              <a:gd name="T2" fmla="*/ 24 w 193"/>
              <a:gd name="T3" fmla="*/ 0 h 193"/>
              <a:gd name="T4" fmla="*/ 0 w 193"/>
              <a:gd name="T5" fmla="*/ 25 h 193"/>
              <a:gd name="T6" fmla="*/ 0 w 193"/>
              <a:gd name="T7" fmla="*/ 169 h 193"/>
              <a:gd name="T8" fmla="*/ 24 w 193"/>
              <a:gd name="T9" fmla="*/ 193 h 193"/>
              <a:gd name="T10" fmla="*/ 168 w 193"/>
              <a:gd name="T11" fmla="*/ 193 h 193"/>
              <a:gd name="T12" fmla="*/ 193 w 193"/>
              <a:gd name="T13" fmla="*/ 169 h 193"/>
              <a:gd name="T14" fmla="*/ 193 w 193"/>
              <a:gd name="T15" fmla="*/ 25 h 193"/>
              <a:gd name="T16" fmla="*/ 168 w 193"/>
              <a:gd name="T17" fmla="*/ 0 h 193"/>
            </a:gdLst>
            <a:rect l="0" t="0" r="r" b="b"/>
            <a:pathLst>
              <a:path w="193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2" y="193"/>
                  <a:pt x="193" y="182"/>
                  <a:pt x="193" y="169"/>
                </a:cubicBezTo>
                <a:cubicBezTo>
                  <a:pt x="193" y="25"/>
                  <a:pt x="193" y="25"/>
                  <a:pt x="193" y="25"/>
                </a:cubicBezTo>
                <a:cubicBezTo>
                  <a:pt x="193" y="11"/>
                  <a:pt x="182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8" name="Freeform 16">
            <a:extLst xmlns:a="http://schemas.openxmlformats.org/drawingml/2006/main">
              <a:ext uri="{FF2B5EF4-FFF2-40B4-BE49-F238E27FC236}">
                <a16:creationId xmlns:a16="http://schemas.microsoft.com/office/drawing/2014/main" id="{0721D991-881C-4DBE-AF30-E47AE304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1632" y="1203365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9" name="Freeform 17">
            <a:extLst xmlns:a="http://schemas.openxmlformats.org/drawingml/2006/main">
              <a:ext uri="{FF2B5EF4-FFF2-40B4-BE49-F238E27FC236}">
                <a16:creationId xmlns:a16="http://schemas.microsoft.com/office/drawing/2014/main" id="{97111254-2A6F-40F4-8741-1C703E43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1632" y="1240208"/>
            <a:ext cx="24294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1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0" name="Freeform 18">
            <a:extLst xmlns:a="http://schemas.openxmlformats.org/drawingml/2006/main">
              <a:ext uri="{FF2B5EF4-FFF2-40B4-BE49-F238E27FC236}">
                <a16:creationId xmlns:a16="http://schemas.microsoft.com/office/drawing/2014/main" id="{3448ADF5-3363-4495-90EA-D3397EA0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891632" y="1276945"/>
            <a:ext cx="24294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1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1" name="Freeform 19">
            <a:extLst xmlns:a="http://schemas.openxmlformats.org/drawingml/2006/main">
              <a:ext uri="{FF2B5EF4-FFF2-40B4-BE49-F238E27FC236}">
                <a16:creationId xmlns:a16="http://schemas.microsoft.com/office/drawing/2014/main" id="{A11FFFD8-A688-46DB-9518-83D23CB9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28208" y="1203365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2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2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2" name="Freeform 20">
            <a:extLst xmlns:a="http://schemas.openxmlformats.org/drawingml/2006/main">
              <a:ext uri="{FF2B5EF4-FFF2-40B4-BE49-F238E27FC236}">
                <a16:creationId xmlns:a16="http://schemas.microsoft.com/office/drawing/2014/main" id="{3B48C2AB-505E-4332-A44A-9D533A65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28208" y="1240208"/>
            <a:ext cx="24348" cy="24472"/>
          </a:xfrm>
          <a:custGeom xmlns:a="http://schemas.openxmlformats.org/drawingml/2006/main">
            <a:gdLst>
              <a:gd name="T0" fmla="*/ 168 w 192"/>
              <a:gd name="T1" fmla="*/ 0 h 192"/>
              <a:gd name="T2" fmla="*/ 24 w 192"/>
              <a:gd name="T3" fmla="*/ 0 h 192"/>
              <a:gd name="T4" fmla="*/ 0 w 192"/>
              <a:gd name="T5" fmla="*/ 24 h 192"/>
              <a:gd name="T6" fmla="*/ 0 w 192"/>
              <a:gd name="T7" fmla="*/ 168 h 192"/>
              <a:gd name="T8" fmla="*/ 24 w 192"/>
              <a:gd name="T9" fmla="*/ 192 h 192"/>
              <a:gd name="T10" fmla="*/ 168 w 192"/>
              <a:gd name="T11" fmla="*/ 192 h 192"/>
              <a:gd name="T12" fmla="*/ 192 w 192"/>
              <a:gd name="T13" fmla="*/ 168 h 192"/>
              <a:gd name="T14" fmla="*/ 192 w 192"/>
              <a:gd name="T15" fmla="*/ 24 h 192"/>
              <a:gd name="T16" fmla="*/ 168 w 192"/>
              <a:gd name="T17" fmla="*/ 0 h 192"/>
            </a:gdLst>
            <a:rect l="0" t="0" r="r" b="b"/>
            <a:pathLst>
              <a:path w="192" h="192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4"/>
                </a:cubicBezTo>
                <a:cubicBezTo>
                  <a:pt x="0" y="168"/>
                  <a:pt x="0" y="168"/>
                  <a:pt x="0" y="168"/>
                </a:cubicBezTo>
                <a:cubicBezTo>
                  <a:pt x="0" y="181"/>
                  <a:pt x="10" y="192"/>
                  <a:pt x="24" y="192"/>
                </a:cubicBezTo>
                <a:cubicBezTo>
                  <a:pt x="168" y="192"/>
                  <a:pt x="168" y="192"/>
                  <a:pt x="168" y="192"/>
                </a:cubicBezTo>
                <a:cubicBezTo>
                  <a:pt x="181" y="192"/>
                  <a:pt x="192" y="181"/>
                  <a:pt x="192" y="168"/>
                </a:cubicBezTo>
                <a:cubicBezTo>
                  <a:pt x="192" y="24"/>
                  <a:pt x="192" y="24"/>
                  <a:pt x="192" y="24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53" name="Freeform 21">
            <a:extLst xmlns:a="http://schemas.openxmlformats.org/drawingml/2006/main">
              <a:ext uri="{FF2B5EF4-FFF2-40B4-BE49-F238E27FC236}">
                <a16:creationId xmlns:a16="http://schemas.microsoft.com/office/drawing/2014/main" id="{EBFBAB80-64C2-4E27-A1CC-A218E6C3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928208" y="1276945"/>
            <a:ext cx="24348" cy="24634"/>
          </a:xfrm>
          <a:custGeom xmlns:a="http://schemas.openxmlformats.org/drawingml/2006/main">
            <a:gdLst>
              <a:gd name="T0" fmla="*/ 168 w 192"/>
              <a:gd name="T1" fmla="*/ 0 h 193"/>
              <a:gd name="T2" fmla="*/ 24 w 192"/>
              <a:gd name="T3" fmla="*/ 0 h 193"/>
              <a:gd name="T4" fmla="*/ 0 w 192"/>
              <a:gd name="T5" fmla="*/ 25 h 193"/>
              <a:gd name="T6" fmla="*/ 0 w 192"/>
              <a:gd name="T7" fmla="*/ 169 h 193"/>
              <a:gd name="T8" fmla="*/ 24 w 192"/>
              <a:gd name="T9" fmla="*/ 193 h 193"/>
              <a:gd name="T10" fmla="*/ 168 w 192"/>
              <a:gd name="T11" fmla="*/ 193 h 193"/>
              <a:gd name="T12" fmla="*/ 192 w 192"/>
              <a:gd name="T13" fmla="*/ 169 h 193"/>
              <a:gd name="T14" fmla="*/ 192 w 192"/>
              <a:gd name="T15" fmla="*/ 25 h 193"/>
              <a:gd name="T16" fmla="*/ 168 w 192"/>
              <a:gd name="T17" fmla="*/ 0 h 193"/>
            </a:gdLst>
            <a:rect l="0" t="0" r="r" b="b"/>
            <a:pathLst>
              <a:path w="192" h="193">
                <a:moveTo>
                  <a:pt x="168" y="0"/>
                </a:moveTo>
                <a:cubicBezTo>
                  <a:pt x="24" y="0"/>
                  <a:pt x="24" y="0"/>
                  <a:pt x="24" y="0"/>
                </a:cubicBezTo>
                <a:cubicBezTo>
                  <a:pt x="10" y="0"/>
                  <a:pt x="0" y="11"/>
                  <a:pt x="0" y="25"/>
                </a:cubicBezTo>
                <a:cubicBezTo>
                  <a:pt x="0" y="169"/>
                  <a:pt x="0" y="169"/>
                  <a:pt x="0" y="169"/>
                </a:cubicBezTo>
                <a:cubicBezTo>
                  <a:pt x="0" y="182"/>
                  <a:pt x="10" y="193"/>
                  <a:pt x="24" y="193"/>
                </a:cubicBezTo>
                <a:cubicBezTo>
                  <a:pt x="168" y="193"/>
                  <a:pt x="168" y="193"/>
                  <a:pt x="168" y="193"/>
                </a:cubicBezTo>
                <a:cubicBezTo>
                  <a:pt x="181" y="193"/>
                  <a:pt x="192" y="182"/>
                  <a:pt x="192" y="169"/>
                </a:cubicBezTo>
                <a:cubicBezTo>
                  <a:pt x="192" y="25"/>
                  <a:pt x="192" y="25"/>
                  <a:pt x="192" y="25"/>
                </a:cubicBezTo>
                <a:cubicBezTo>
                  <a:pt x="192" y="11"/>
                  <a:pt x="181" y="0"/>
                  <a:pt x="168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3" name="Freeform 25">
            <a:extLst xmlns:a="http://schemas.openxmlformats.org/drawingml/2006/main">
              <a:ext uri="{FF2B5EF4-FFF2-40B4-BE49-F238E27FC236}">
                <a16:creationId xmlns:a16="http://schemas.microsoft.com/office/drawing/2014/main" id="{27106E3B-5EE5-442B-87E5-0B8163B9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 flipH="0" flipV="0">
            <a:off x="10856706" y="1416310"/>
            <a:ext cx="92256" cy="81375"/>
          </a:xfrm>
          <a:custGeom xmlns:a="http://schemas.openxmlformats.org/drawingml/2006/main">
            <a:gdLst>
              <a:gd name="T0" fmla="*/ 504 w 896"/>
              <a:gd name="T1" fmla="*/ 0 h 784"/>
              <a:gd name="T2" fmla="*/ 116 w 896"/>
              <a:gd name="T3" fmla="*/ 336 h 784"/>
              <a:gd name="T4" fmla="*/ 0 w 896"/>
              <a:gd name="T5" fmla="*/ 336 h 784"/>
              <a:gd name="T6" fmla="*/ 168 w 896"/>
              <a:gd name="T7" fmla="*/ 560 h 784"/>
              <a:gd name="T8" fmla="*/ 336 w 896"/>
              <a:gd name="T9" fmla="*/ 336 h 784"/>
              <a:gd name="T10" fmla="*/ 230 w 896"/>
              <a:gd name="T11" fmla="*/ 336 h 784"/>
              <a:gd name="T12" fmla="*/ 504 w 896"/>
              <a:gd name="T13" fmla="*/ 112 h 784"/>
              <a:gd name="T14" fmla="*/ 784 w 896"/>
              <a:gd name="T15" fmla="*/ 392 h 784"/>
              <a:gd name="T16" fmla="*/ 504 w 896"/>
              <a:gd name="T17" fmla="*/ 672 h 784"/>
              <a:gd name="T18" fmla="*/ 504 w 896"/>
              <a:gd name="T19" fmla="*/ 784 h 784"/>
              <a:gd name="T20" fmla="*/ 896 w 896"/>
              <a:gd name="T21" fmla="*/ 392 h 784"/>
              <a:gd name="T22" fmla="*/ 504 w 896"/>
              <a:gd name="T23" fmla="*/ 0 h 784"/>
            </a:gdLst>
            <a:rect l="0" t="0" r="r" b="b"/>
            <a:pathLst>
              <a:path w="896" h="784">
                <a:moveTo>
                  <a:pt x="504" y="0"/>
                </a:moveTo>
                <a:cubicBezTo>
                  <a:pt x="307" y="0"/>
                  <a:pt x="144" y="146"/>
                  <a:pt x="116" y="336"/>
                </a:cubicBezTo>
                <a:cubicBezTo>
                  <a:pt x="0" y="336"/>
                  <a:pt x="0" y="336"/>
                  <a:pt x="0" y="336"/>
                </a:cubicBezTo>
                <a:cubicBezTo>
                  <a:pt x="168" y="560"/>
                  <a:pt x="168" y="560"/>
                  <a:pt x="168" y="560"/>
                </a:cubicBezTo>
                <a:cubicBezTo>
                  <a:pt x="336" y="336"/>
                  <a:pt x="336" y="336"/>
                  <a:pt x="336" y="336"/>
                </a:cubicBezTo>
                <a:cubicBezTo>
                  <a:pt x="230" y="336"/>
                  <a:pt x="230" y="336"/>
                  <a:pt x="230" y="336"/>
                </a:cubicBezTo>
                <a:cubicBezTo>
                  <a:pt x="256" y="208"/>
                  <a:pt x="369" y="112"/>
                  <a:pt x="504" y="112"/>
                </a:cubicBezTo>
                <a:cubicBezTo>
                  <a:pt x="658" y="112"/>
                  <a:pt x="784" y="238"/>
                  <a:pt x="784" y="392"/>
                </a:cubicBezTo>
                <a:cubicBezTo>
                  <a:pt x="784" y="546"/>
                  <a:pt x="658" y="672"/>
                  <a:pt x="504" y="672"/>
                </a:cubicBezTo>
                <a:cubicBezTo>
                  <a:pt x="504" y="784"/>
                  <a:pt x="504" y="784"/>
                  <a:pt x="504" y="784"/>
                </a:cubicBezTo>
                <a:cubicBezTo>
                  <a:pt x="721" y="784"/>
                  <a:pt x="896" y="609"/>
                  <a:pt x="896" y="392"/>
                </a:cubicBezTo>
                <a:cubicBezTo>
                  <a:pt x="896" y="175"/>
                  <a:pt x="721" y="0"/>
                  <a:pt x="504" y="0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44" name="Oval 6">
            <a:extLst xmlns:a="http://schemas.openxmlformats.org/drawingml/2006/main">
              <a:ext uri="{FF2B5EF4-FFF2-40B4-BE49-F238E27FC236}">
                <a16:creationId xmlns:a16="http://schemas.microsoft.com/office/drawing/2014/main" id="{AFFAA0AD-114A-4831-ACE3-B8C4258E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188667" y="1225567"/>
            <a:ext cx="60220" cy="60265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 w="25400" cap="flat">
            <a:noFill/>
            <a:prstDash val="solid"/>
            <a:miter/>
            <a:headEnd type="none" w="med" len="med"/>
            <a:tailEnd type="none" w="med" len="me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44BEAEF8-91EF-49C8-A667-2BC7D51C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0494" y="1340551"/>
            <a:ext cx="86074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def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900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localhost:3000</a:t>
            </a:r>
          </a:p>
        </p:txBody>
      </p:sp>
      <p:sp>
        <p:nvSpPr>
          <p:cNvPr id="34" name="Freeform 29">
            <a:extLst xmlns:a="http://schemas.openxmlformats.org/drawingml/2006/main">
              <a:ext uri="{FF2B5EF4-FFF2-40B4-BE49-F238E27FC236}">
                <a16:creationId xmlns:a16="http://schemas.microsoft.com/office/drawing/2014/main" id="{1C88632E-4E09-404A-9868-C0997FA11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574411" y="1425286"/>
            <a:ext cx="72445" cy="73024"/>
          </a:xfrm>
          <a:custGeom xmlns:a="http://schemas.openxmlformats.org/drawingml/2006/main">
            <a:gdLst>
              <a:gd name="T0" fmla="*/ 0 w 636"/>
              <a:gd name="T1" fmla="*/ 318 h 636"/>
              <a:gd name="T2" fmla="*/ 636 w 636"/>
              <a:gd name="T3" fmla="*/ 318 h 636"/>
              <a:gd name="T4" fmla="*/ 594 w 636"/>
              <a:gd name="T5" fmla="*/ 308 h 636"/>
              <a:gd name="T6" fmla="*/ 448 w 636"/>
              <a:gd name="T7" fmla="*/ 179 h 636"/>
              <a:gd name="T8" fmla="*/ 594 w 636"/>
              <a:gd name="T9" fmla="*/ 308 h 636"/>
              <a:gd name="T10" fmla="*/ 223 w 636"/>
              <a:gd name="T11" fmla="*/ 486 h 636"/>
              <a:gd name="T12" fmla="*/ 308 w 636"/>
              <a:gd name="T13" fmla="*/ 594 h 636"/>
              <a:gd name="T14" fmla="*/ 329 w 636"/>
              <a:gd name="T15" fmla="*/ 42 h 636"/>
              <a:gd name="T16" fmla="*/ 328 w 636"/>
              <a:gd name="T17" fmla="*/ 184 h 636"/>
              <a:gd name="T18" fmla="*/ 329 w 636"/>
              <a:gd name="T19" fmla="*/ 42 h 636"/>
              <a:gd name="T20" fmla="*/ 510 w 636"/>
              <a:gd name="T21" fmla="*/ 119 h 636"/>
              <a:gd name="T22" fmla="*/ 363 w 636"/>
              <a:gd name="T23" fmla="*/ 45 h 636"/>
              <a:gd name="T24" fmla="*/ 308 w 636"/>
              <a:gd name="T25" fmla="*/ 184 h 636"/>
              <a:gd name="T26" fmla="*/ 307 w 636"/>
              <a:gd name="T27" fmla="*/ 42 h 636"/>
              <a:gd name="T28" fmla="*/ 196 w 636"/>
              <a:gd name="T29" fmla="*/ 160 h 636"/>
              <a:gd name="T30" fmla="*/ 273 w 636"/>
              <a:gd name="T31" fmla="*/ 45 h 636"/>
              <a:gd name="T32" fmla="*/ 207 w 636"/>
              <a:gd name="T33" fmla="*/ 186 h 636"/>
              <a:gd name="T34" fmla="*/ 308 w 636"/>
              <a:gd name="T35" fmla="*/ 308 h 636"/>
              <a:gd name="T36" fmla="*/ 207 w 636"/>
              <a:gd name="T37" fmla="*/ 186 h 636"/>
              <a:gd name="T38" fmla="*/ 308 w 636"/>
              <a:gd name="T39" fmla="*/ 452 h 636"/>
              <a:gd name="T40" fmla="*/ 185 w 636"/>
              <a:gd name="T41" fmla="*/ 328 h 636"/>
              <a:gd name="T42" fmla="*/ 273 w 636"/>
              <a:gd name="T43" fmla="*/ 591 h 636"/>
              <a:gd name="T44" fmla="*/ 204 w 636"/>
              <a:gd name="T45" fmla="*/ 493 h 636"/>
              <a:gd name="T46" fmla="*/ 328 w 636"/>
              <a:gd name="T47" fmla="*/ 594 h 636"/>
              <a:gd name="T48" fmla="*/ 413 w 636"/>
              <a:gd name="T49" fmla="*/ 486 h 636"/>
              <a:gd name="T50" fmla="*/ 328 w 636"/>
              <a:gd name="T51" fmla="*/ 594 h 636"/>
              <a:gd name="T52" fmla="*/ 498 w 636"/>
              <a:gd name="T53" fmla="*/ 528 h 636"/>
              <a:gd name="T54" fmla="*/ 432 w 636"/>
              <a:gd name="T55" fmla="*/ 493 h 636"/>
              <a:gd name="T56" fmla="*/ 328 w 636"/>
              <a:gd name="T57" fmla="*/ 452 h 636"/>
              <a:gd name="T58" fmla="*/ 451 w 636"/>
              <a:gd name="T59" fmla="*/ 328 h 636"/>
              <a:gd name="T60" fmla="*/ 328 w 636"/>
              <a:gd name="T61" fmla="*/ 308 h 636"/>
              <a:gd name="T62" fmla="*/ 429 w 636"/>
              <a:gd name="T63" fmla="*/ 186 h 636"/>
              <a:gd name="T64" fmla="*/ 328 w 636"/>
              <a:gd name="T65" fmla="*/ 308 h 636"/>
              <a:gd name="T66" fmla="*/ 188 w 636"/>
              <a:gd name="T67" fmla="*/ 179 h 636"/>
              <a:gd name="T68" fmla="*/ 42 w 636"/>
              <a:gd name="T69" fmla="*/ 308 h 636"/>
              <a:gd name="T70" fmla="*/ 42 w 636"/>
              <a:gd name="T71" fmla="*/ 328 h 636"/>
              <a:gd name="T72" fmla="*/ 195 w 636"/>
              <a:gd name="T73" fmla="*/ 475 h 636"/>
              <a:gd name="T74" fmla="*/ 42 w 636"/>
              <a:gd name="T75" fmla="*/ 328 h 636"/>
              <a:gd name="T76" fmla="*/ 441 w 636"/>
              <a:gd name="T77" fmla="*/ 475 h 636"/>
              <a:gd name="T78" fmla="*/ 594 w 636"/>
              <a:gd name="T79" fmla="*/ 328 h 636"/>
            </a:gdLst>
            <a:rect l="0" t="0" r="r" b="b"/>
            <a:pathLst>
              <a:path w="636" h="636">
                <a:moveTo>
                  <a:pt x="318" y="0"/>
                </a:moveTo>
                <a:cubicBezTo>
                  <a:pt x="142" y="0"/>
                  <a:pt x="0" y="142"/>
                  <a:pt x="0" y="318"/>
                </a:cubicBezTo>
                <a:cubicBezTo>
                  <a:pt x="0" y="494"/>
                  <a:pt x="142" y="636"/>
                  <a:pt x="318" y="636"/>
                </a:cubicBezTo>
                <a:cubicBezTo>
                  <a:pt x="494" y="636"/>
                  <a:pt x="636" y="494"/>
                  <a:pt x="636" y="318"/>
                </a:cubicBezTo>
                <a:cubicBezTo>
                  <a:pt x="636" y="142"/>
                  <a:pt x="494" y="0"/>
                  <a:pt x="318" y="0"/>
                </a:cubicBezTo>
                <a:close/>
                <a:moveTo>
                  <a:pt x="594" y="308"/>
                </a:moveTo>
                <a:cubicBezTo>
                  <a:pt x="471" y="308"/>
                  <a:pt x="471" y="308"/>
                  <a:pt x="471" y="308"/>
                </a:cubicBezTo>
                <a:cubicBezTo>
                  <a:pt x="470" y="262"/>
                  <a:pt x="462" y="219"/>
                  <a:pt x="448" y="179"/>
                </a:cubicBezTo>
                <a:cubicBezTo>
                  <a:pt x="476" y="168"/>
                  <a:pt x="501" y="152"/>
                  <a:pt x="525" y="134"/>
                </a:cubicBezTo>
                <a:cubicBezTo>
                  <a:pt x="566" y="181"/>
                  <a:pt x="592" y="241"/>
                  <a:pt x="594" y="308"/>
                </a:cubicBezTo>
                <a:close/>
                <a:moveTo>
                  <a:pt x="307" y="594"/>
                </a:moveTo>
                <a:cubicBezTo>
                  <a:pt x="273" y="566"/>
                  <a:pt x="244" y="529"/>
                  <a:pt x="223" y="486"/>
                </a:cubicBezTo>
                <a:cubicBezTo>
                  <a:pt x="250" y="478"/>
                  <a:pt x="278" y="473"/>
                  <a:pt x="308" y="472"/>
                </a:cubicBezTo>
                <a:cubicBezTo>
                  <a:pt x="308" y="594"/>
                  <a:pt x="308" y="594"/>
                  <a:pt x="308" y="594"/>
                </a:cubicBezTo>
                <a:cubicBezTo>
                  <a:pt x="307" y="594"/>
                  <a:pt x="307" y="594"/>
                  <a:pt x="307" y="594"/>
                </a:cubicBezTo>
                <a:close/>
                <a:moveTo>
                  <a:pt x="329" y="42"/>
                </a:moveTo>
                <a:cubicBezTo>
                  <a:pt x="368" y="74"/>
                  <a:pt x="400" y="117"/>
                  <a:pt x="421" y="167"/>
                </a:cubicBezTo>
                <a:cubicBezTo>
                  <a:pt x="392" y="177"/>
                  <a:pt x="361" y="183"/>
                  <a:pt x="328" y="184"/>
                </a:cubicBezTo>
                <a:cubicBezTo>
                  <a:pt x="328" y="42"/>
                  <a:pt x="328" y="42"/>
                  <a:pt x="328" y="42"/>
                </a:cubicBezTo>
                <a:cubicBezTo>
                  <a:pt x="329" y="42"/>
                  <a:pt x="329" y="42"/>
                  <a:pt x="329" y="42"/>
                </a:cubicBezTo>
                <a:close/>
                <a:moveTo>
                  <a:pt x="363" y="45"/>
                </a:moveTo>
                <a:cubicBezTo>
                  <a:pt x="420" y="55"/>
                  <a:pt x="471" y="81"/>
                  <a:pt x="510" y="119"/>
                </a:cubicBezTo>
                <a:cubicBezTo>
                  <a:pt x="489" y="136"/>
                  <a:pt x="466" y="150"/>
                  <a:pt x="440" y="160"/>
                </a:cubicBezTo>
                <a:cubicBezTo>
                  <a:pt x="421" y="116"/>
                  <a:pt x="395" y="77"/>
                  <a:pt x="363" y="45"/>
                </a:cubicBezTo>
                <a:close/>
                <a:moveTo>
                  <a:pt x="308" y="42"/>
                </a:moveTo>
                <a:cubicBezTo>
                  <a:pt x="308" y="184"/>
                  <a:pt x="308" y="184"/>
                  <a:pt x="308" y="184"/>
                </a:cubicBezTo>
                <a:cubicBezTo>
                  <a:pt x="275" y="183"/>
                  <a:pt x="244" y="177"/>
                  <a:pt x="215" y="167"/>
                </a:cubicBezTo>
                <a:cubicBezTo>
                  <a:pt x="236" y="117"/>
                  <a:pt x="268" y="74"/>
                  <a:pt x="307" y="42"/>
                </a:cubicBezTo>
                <a:cubicBezTo>
                  <a:pt x="307" y="42"/>
                  <a:pt x="307" y="42"/>
                  <a:pt x="308" y="42"/>
                </a:cubicBezTo>
                <a:close/>
                <a:moveTo>
                  <a:pt x="196" y="160"/>
                </a:moveTo>
                <a:cubicBezTo>
                  <a:pt x="171" y="150"/>
                  <a:pt x="147" y="136"/>
                  <a:pt x="126" y="119"/>
                </a:cubicBezTo>
                <a:cubicBezTo>
                  <a:pt x="165" y="81"/>
                  <a:pt x="216" y="55"/>
                  <a:pt x="273" y="45"/>
                </a:cubicBezTo>
                <a:cubicBezTo>
                  <a:pt x="241" y="77"/>
                  <a:pt x="215" y="116"/>
                  <a:pt x="196" y="160"/>
                </a:cubicBezTo>
                <a:close/>
                <a:moveTo>
                  <a:pt x="207" y="186"/>
                </a:moveTo>
                <a:cubicBezTo>
                  <a:pt x="239" y="197"/>
                  <a:pt x="273" y="204"/>
                  <a:pt x="308" y="205"/>
                </a:cubicBezTo>
                <a:cubicBezTo>
                  <a:pt x="308" y="308"/>
                  <a:pt x="308" y="308"/>
                  <a:pt x="308" y="308"/>
                </a:cubicBezTo>
                <a:cubicBezTo>
                  <a:pt x="185" y="308"/>
                  <a:pt x="185" y="308"/>
                  <a:pt x="185" y="308"/>
                </a:cubicBezTo>
                <a:cubicBezTo>
                  <a:pt x="186" y="265"/>
                  <a:pt x="194" y="224"/>
                  <a:pt x="207" y="186"/>
                </a:cubicBezTo>
                <a:close/>
                <a:moveTo>
                  <a:pt x="308" y="328"/>
                </a:moveTo>
                <a:cubicBezTo>
                  <a:pt x="308" y="452"/>
                  <a:pt x="308" y="452"/>
                  <a:pt x="308" y="452"/>
                </a:cubicBezTo>
                <a:cubicBezTo>
                  <a:pt x="275" y="453"/>
                  <a:pt x="244" y="458"/>
                  <a:pt x="215" y="468"/>
                </a:cubicBezTo>
                <a:cubicBezTo>
                  <a:pt x="197" y="425"/>
                  <a:pt x="186" y="378"/>
                  <a:pt x="185" y="328"/>
                </a:cubicBezTo>
                <a:lnTo>
                  <a:pt x="308" y="328"/>
                </a:lnTo>
                <a:close/>
                <a:moveTo>
                  <a:pt x="273" y="591"/>
                </a:moveTo>
                <a:cubicBezTo>
                  <a:pt x="222" y="582"/>
                  <a:pt x="176" y="560"/>
                  <a:pt x="138" y="528"/>
                </a:cubicBezTo>
                <a:cubicBezTo>
                  <a:pt x="158" y="514"/>
                  <a:pt x="180" y="502"/>
                  <a:pt x="204" y="493"/>
                </a:cubicBezTo>
                <a:cubicBezTo>
                  <a:pt x="222" y="531"/>
                  <a:pt x="245" y="563"/>
                  <a:pt x="273" y="591"/>
                </a:cubicBezTo>
                <a:close/>
                <a:moveTo>
                  <a:pt x="328" y="594"/>
                </a:moveTo>
                <a:cubicBezTo>
                  <a:pt x="328" y="472"/>
                  <a:pt x="328" y="472"/>
                  <a:pt x="328" y="472"/>
                </a:cubicBezTo>
                <a:cubicBezTo>
                  <a:pt x="358" y="473"/>
                  <a:pt x="386" y="478"/>
                  <a:pt x="413" y="486"/>
                </a:cubicBezTo>
                <a:cubicBezTo>
                  <a:pt x="392" y="529"/>
                  <a:pt x="363" y="566"/>
                  <a:pt x="329" y="594"/>
                </a:cubicBezTo>
                <a:cubicBezTo>
                  <a:pt x="329" y="594"/>
                  <a:pt x="329" y="594"/>
                  <a:pt x="328" y="594"/>
                </a:cubicBezTo>
                <a:close/>
                <a:moveTo>
                  <a:pt x="432" y="493"/>
                </a:moveTo>
                <a:cubicBezTo>
                  <a:pt x="456" y="502"/>
                  <a:pt x="478" y="514"/>
                  <a:pt x="498" y="528"/>
                </a:cubicBezTo>
                <a:cubicBezTo>
                  <a:pt x="460" y="560"/>
                  <a:pt x="414" y="582"/>
                  <a:pt x="363" y="591"/>
                </a:cubicBezTo>
                <a:cubicBezTo>
                  <a:pt x="391" y="563"/>
                  <a:pt x="414" y="531"/>
                  <a:pt x="432" y="493"/>
                </a:cubicBezTo>
                <a:close/>
                <a:moveTo>
                  <a:pt x="421" y="468"/>
                </a:moveTo>
                <a:cubicBezTo>
                  <a:pt x="392" y="458"/>
                  <a:pt x="361" y="453"/>
                  <a:pt x="328" y="452"/>
                </a:cubicBezTo>
                <a:cubicBezTo>
                  <a:pt x="328" y="328"/>
                  <a:pt x="328" y="328"/>
                  <a:pt x="328" y="328"/>
                </a:cubicBezTo>
                <a:cubicBezTo>
                  <a:pt x="451" y="328"/>
                  <a:pt x="451" y="328"/>
                  <a:pt x="451" y="328"/>
                </a:cubicBezTo>
                <a:cubicBezTo>
                  <a:pt x="450" y="378"/>
                  <a:pt x="439" y="425"/>
                  <a:pt x="421" y="468"/>
                </a:cubicBezTo>
                <a:close/>
                <a:moveTo>
                  <a:pt x="328" y="308"/>
                </a:moveTo>
                <a:cubicBezTo>
                  <a:pt x="328" y="205"/>
                  <a:pt x="328" y="205"/>
                  <a:pt x="328" y="205"/>
                </a:cubicBezTo>
                <a:cubicBezTo>
                  <a:pt x="363" y="204"/>
                  <a:pt x="397" y="197"/>
                  <a:pt x="429" y="186"/>
                </a:cubicBezTo>
                <a:cubicBezTo>
                  <a:pt x="442" y="224"/>
                  <a:pt x="450" y="265"/>
                  <a:pt x="451" y="308"/>
                </a:cubicBezTo>
                <a:lnTo>
                  <a:pt x="328" y="308"/>
                </a:lnTo>
                <a:close/>
                <a:moveTo>
                  <a:pt x="111" y="134"/>
                </a:moveTo>
                <a:cubicBezTo>
                  <a:pt x="135" y="152"/>
                  <a:pt x="160" y="168"/>
                  <a:pt x="188" y="179"/>
                </a:cubicBezTo>
                <a:cubicBezTo>
                  <a:pt x="174" y="219"/>
                  <a:pt x="166" y="262"/>
                  <a:pt x="165" y="308"/>
                </a:cubicBezTo>
                <a:cubicBezTo>
                  <a:pt x="42" y="308"/>
                  <a:pt x="42" y="308"/>
                  <a:pt x="42" y="308"/>
                </a:cubicBezTo>
                <a:cubicBezTo>
                  <a:pt x="44" y="241"/>
                  <a:pt x="70" y="181"/>
                  <a:pt x="111" y="134"/>
                </a:cubicBezTo>
                <a:close/>
                <a:moveTo>
                  <a:pt x="42" y="328"/>
                </a:moveTo>
                <a:cubicBezTo>
                  <a:pt x="165" y="328"/>
                  <a:pt x="165" y="328"/>
                  <a:pt x="165" y="328"/>
                </a:cubicBezTo>
                <a:cubicBezTo>
                  <a:pt x="166" y="381"/>
                  <a:pt x="177" y="430"/>
                  <a:pt x="195" y="475"/>
                </a:cubicBezTo>
                <a:cubicBezTo>
                  <a:pt x="169" y="485"/>
                  <a:pt x="145" y="498"/>
                  <a:pt x="123" y="514"/>
                </a:cubicBezTo>
                <a:cubicBezTo>
                  <a:pt x="75" y="466"/>
                  <a:pt x="44" y="401"/>
                  <a:pt x="42" y="328"/>
                </a:cubicBezTo>
                <a:close/>
                <a:moveTo>
                  <a:pt x="513" y="514"/>
                </a:moveTo>
                <a:cubicBezTo>
                  <a:pt x="491" y="498"/>
                  <a:pt x="467" y="485"/>
                  <a:pt x="441" y="475"/>
                </a:cubicBezTo>
                <a:cubicBezTo>
                  <a:pt x="459" y="430"/>
                  <a:pt x="470" y="381"/>
                  <a:pt x="471" y="328"/>
                </a:cubicBezTo>
                <a:cubicBezTo>
                  <a:pt x="594" y="328"/>
                  <a:pt x="594" y="328"/>
                  <a:pt x="594" y="328"/>
                </a:cubicBezTo>
                <a:cubicBezTo>
                  <a:pt x="592" y="401"/>
                  <a:pt x="561" y="466"/>
                  <a:pt x="513" y="514"/>
                </a:cubicBezTo>
                <a:close/>
              </a:path>
            </a:pathLst>
          </a:custGeom>
          <a:solidFill xmlns:a="http://schemas.openxmlformats.org/drawingml/2006/main">
            <a:schemeClr val="bg1">
              <a:lumMod val="50000"/>
            </a:schemeClr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>
              <a:latin typeface="Lato Light"/>
              <a:ea typeface="Lato Light"/>
              <a:cs typeface="Lato Light"/>
            </a:endParaRPr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solidFill>
                <a:schemeClr val="tx1"/>
              </a:solidFill>
            </a:endParaRPr>
          </a:p>
        </p:txBody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B81528B6-CA31-41D3-86C3-327E28EF020F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/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7B188587-A119-4DCD-9E44-87DD8E11DB77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/>
      </p:sp>
      <p:sp>
        <p:nvSpPr>
          <p:cNvPr id="5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FF4B535-0F7A-4231-A698-0E45BC90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8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2025" b="1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ДЕМОНСТРАЦИЯ СКВОЗНОГО СЦЕНАРИЯ</a:t>
            </a:r>
          </a:p>
        </p:txBody>
      </p:sp>
      <p:pic>
        <p:nvPic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FF6BB2A-58C5-4C71-94F2-E6072EEB1D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8a48998384457"/>
          <a:stretch xmlns:a="http://schemas.openxmlformats.org/drawingml/2006/main"/>
        </p:blipFill>
        <p:spPr>
          <a:xfrm xmlns:a="http://schemas.openxmlformats.org/drawingml/2006/main">
            <a:off x="1603248" y="1571625"/>
            <a:ext cx="3346704" cy="2324100"/>
          </a:xfrm>
          <a:prstGeom xmlns:a="http://schemas.openxmlformats.org/drawingml/2006/main" prst="rect">
            <a:avLst/>
          </a:prstGeom>
        </p:spPr>
      </p:pic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8E43E69-F374-4B66-8B4E-A1158F1DA3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0742070b3244b6"/>
          <a:stretch xmlns:a="http://schemas.openxmlformats.org/drawingml/2006/main"/>
        </p:blipFill>
        <p:spPr>
          <a:xfrm xmlns:a="http://schemas.openxmlformats.org/drawingml/2006/main">
            <a:off x="7251573" y="1571625"/>
            <a:ext cx="3346704" cy="2324100"/>
          </a:xfrm>
          <a:prstGeom xmlns:a="http://schemas.openxmlformats.org/drawingml/2006/main" prst="rect">
            <a:avLst/>
          </a:prstGeom>
        </p:spPr>
      </p:pic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F7D3514-E17F-49B4-A271-42DB0140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721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localhost:3000 · вход в демо с двумя ролями</a:t>
            </a:r>
          </a:p>
          <a:p xmlns:a="http://schemas.openxmlformats.org/drawingml/2006/main">
            <a:pPr>
              <a:def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defRPr>
            </a:pPr>
            <a:r>
              <a:rPr sz="1725" b="0">
                <a:solidFill>
                  <a:srgbClr val="520978"/>
                </a:solidFill>
                <a:latin typeface="Montserrat"/>
                <a:ea typeface="Montserrat"/>
                <a:cs typeface="Montserrat"/>
              </a:rPr>
              <a:t>README: запуск, проверки и ссылки на документацию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2026-10-10T20:17:52.2590000Z</dcterms:created>
  <dcterms:modified xsi:type="dcterms:W3CDTF">2026-10-10T20:17:52.2590000Z</dcterms:modified>
</coreProperties>
</file>
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c129f462d04c95" /><Relationship Type="http://schemas.openxmlformats.org/officeDocument/2006/relationships/extended-properties" Target="/docProps/app.xml" Id="R2a405c4ddb9b4da1" /><Relationship Type="http://schemas.openxmlformats.org/officeDocument/2006/relationships/officeDocument" Target="/ppt/presentation.xml" Id="R47cf90cc83324a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6feb9cedee240da"/>
  </p:sldMasterIdLst>
  <p:notesMasterIdLst>
    <p:notesMasterId xmlns:r="http://schemas.openxmlformats.org/officeDocument/2006/relationships" r:id="R7c73e5afdddb4ac5"/>
  </p:notesMasterIdLst>
  <p:sldIdLst>
    <p:sldId xmlns:r="http://schemas.openxmlformats.org/officeDocument/2006/relationships" id="256" r:id="R0dd48c6bd43844b2"/>
    <p:sldId xmlns:r="http://schemas.openxmlformats.org/officeDocument/2006/relationships" id="257" r:id="R0684e06d7b37499a"/>
    <p:sldId xmlns:r="http://schemas.openxmlformats.org/officeDocument/2006/relationships" id="258" r:id="R9970294842fa4a89"/>
    <p:sldId xmlns:r="http://schemas.openxmlformats.org/officeDocument/2006/relationships" id="259" r:id="R8c40b89b2a0846fc"/>
    <p:sldId xmlns:r="http://schemas.openxmlformats.org/officeDocument/2006/relationships" id="260" r:id="Rf55856cf0807427d"/>
    <p:sldId xmlns:r="http://schemas.openxmlformats.org/officeDocument/2006/relationships" id="261" r:id="Rca6fa7ab519e4ed4"/>
    <p:sldId xmlns:r="http://schemas.openxmlformats.org/officeDocument/2006/relationships" id="262" r:id="R3d8c191c6e824f04"/>
    <p:sldId xmlns:r="http://schemas.openxmlformats.org/officeDocument/2006/relationships" id="263" r:id="R91930f5ca5e9466c"/>
    <p:sldId xmlns:r="http://schemas.openxmlformats.org/officeDocument/2006/relationships" id="264" r:id="R2fb770cd4b4e4fc1"/>
    <p:sldId xmlns:r="http://schemas.openxmlformats.org/officeDocument/2006/relationships" id="265" r:id="Re71a807e4a634b06"/>
    <p:sldId xmlns:r="http://schemas.openxmlformats.org/officeDocument/2006/relationships" id="266" r:id="Rf9a3fd14a8ad4126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11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22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32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43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554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2658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199765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6877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37b11d59f354835" /><Relationship Type="http://schemas.openxmlformats.org/officeDocument/2006/relationships/slideMaster" Target="/ppt/slideMasters/slideMaster1.xml" Id="Rb6feb9cedee240da" /><Relationship Type="http://schemas.openxmlformats.org/officeDocument/2006/relationships/notesMaster" Target="/ppt/notesMasters/notesMaster1.xml" Id="R7c73e5afdddb4ac5" /><Relationship Type="http://schemas.openxmlformats.org/officeDocument/2006/relationships/presProps" Target="/ppt/presProps.xml" Id="Rfa80b153143e40bb" /><Relationship Type="http://schemas.openxmlformats.org/officeDocument/2006/relationships/viewProps" Target="/ppt/viewProps.xml" Id="Rcb6106176ab94fac" /><Relationship Type="http://schemas.openxmlformats.org/officeDocument/2006/relationships/tableStyles" Target="/ppt/tableStyles.xml" Id="Rea3cbb81b64c4a58" /><Relationship Type="http://schemas.openxmlformats.org/officeDocument/2006/relationships/slide" Target="/ppt/slides/slide1.xml" Id="R0dd48c6bd43844b2" /><Relationship Type="http://schemas.openxmlformats.org/officeDocument/2006/relationships/slide" Target="/ppt/slides/slide2.xml" Id="R0684e06d7b37499a" /><Relationship Type="http://schemas.openxmlformats.org/officeDocument/2006/relationships/slide" Target="/ppt/slides/slide3.xml" Id="R9970294842fa4a89" /><Relationship Type="http://schemas.openxmlformats.org/officeDocument/2006/relationships/slide" Target="/ppt/slides/slide4.xml" Id="R8c40b89b2a0846fc" /><Relationship Type="http://schemas.openxmlformats.org/officeDocument/2006/relationships/slide" Target="/ppt/slides/slide5.xml" Id="Rf55856cf0807427d" /><Relationship Type="http://schemas.openxmlformats.org/officeDocument/2006/relationships/slide" Target="/ppt/slides/slide6.xml" Id="Rca6fa7ab519e4ed4" /><Relationship Type="http://schemas.openxmlformats.org/officeDocument/2006/relationships/slide" Target="/ppt/slides/slide7.xml" Id="R3d8c191c6e824f04" /><Relationship Type="http://schemas.openxmlformats.org/officeDocument/2006/relationships/slide" Target="/ppt/slides/slide8.xml" Id="R91930f5ca5e9466c" /><Relationship Type="http://schemas.openxmlformats.org/officeDocument/2006/relationships/slide" Target="/ppt/slides/slide9.xml" Id="R2fb770cd4b4e4fc1" /><Relationship Type="http://schemas.openxmlformats.org/officeDocument/2006/relationships/slide" Target="/ppt/slides/slide10.xml" Id="Re71a807e4a634b06" /><Relationship Type="http://schemas.openxmlformats.org/officeDocument/2006/relationships/slide" Target="/ppt/slides/slide11.xml" Id="Rf9a3fd14a8ad412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ddc8fac5ea24a5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88050defabd4553" /><Relationship Type="http://schemas.openxmlformats.org/officeDocument/2006/relationships/notesMaster" Target="/ppt/notesMasters/notesMaster1.xml" Id="R5418d9b21e52479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dc9f650caf24b3e" /><Relationship Type="http://schemas.openxmlformats.org/officeDocument/2006/relationships/notesMaster" Target="/ppt/notesMasters/notesMaster1.xml" Id="R3384b1ed34ae412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25cac8553f84625" /><Relationship Type="http://schemas.openxmlformats.org/officeDocument/2006/relationships/notesMaster" Target="/ppt/notesMasters/notesMaster1.xml" Id="R03857ffd614f4bb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ddd7e9f255d429c" /><Relationship Type="http://schemas.openxmlformats.org/officeDocument/2006/relationships/notesMaster" Target="/ppt/notesMasters/notesMaster1.xml" Id="R267b26c3e275474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1df84fb9de944ff" /><Relationship Type="http://schemas.openxmlformats.org/officeDocument/2006/relationships/notesMaster" Target="/ppt/notesMasters/notesMaster1.xml" Id="R0e80c9a3c9ad47d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cb3642664cc47f6" /><Relationship Type="http://schemas.openxmlformats.org/officeDocument/2006/relationships/notesMaster" Target="/ppt/notesMasters/notesMaster1.xml" Id="Re7a02ad088944cc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3d7c8cbfa2847ad" /><Relationship Type="http://schemas.openxmlformats.org/officeDocument/2006/relationships/notesMaster" Target="/ppt/notesMasters/notesMaster1.xml" Id="R4c1f9ca63a66421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3c3d05ab66b49b1" /><Relationship Type="http://schemas.openxmlformats.org/officeDocument/2006/relationships/notesMaster" Target="/ppt/notesMasters/notesMaster1.xml" Id="Rc6598ce50f224d6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cd1e25a85eb4f95" /><Relationship Type="http://schemas.openxmlformats.org/officeDocument/2006/relationships/notesMaster" Target="/ppt/notesMasters/notesMaster1.xml" Id="Rf4cc4a829529453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3d1426915284f32" /><Relationship Type="http://schemas.openxmlformats.org/officeDocument/2006/relationships/notesMaster" Target="/ppt/notesMasters/notesMaster1.xml" Id="R7996f6352ee7457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74358bf51db49ce" /><Relationship Type="http://schemas.openxmlformats.org/officeDocument/2006/relationships/notesMaster" Target="/ppt/notesMasters/notesMaster1.xml" Id="R5e1e9b5ef8af4fd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Разряд. Слайд 1. Источники: техническое задание ФСП, ответы организаторов в XLSX и группе спецтрека; реализация репозитория; ml/metrics.json. Стартовые данные синтетические. Официальная интеграция ФСП не подключена. Команда PixiPod. Балашев Артур Вадимович, fullstack-разработчик, бэкенд, фронтенд и ML. Ростов-на-Дону. Telegram: @ArtycoB. Сведения предоставлены капитаном.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Разряд. Слайд 2. Источники: техническое задание ФСП, ответы организаторов в XLSX и группе спецтрека; реализация репозитория; ml/metrics.json. Стартовые данные синтетические. Официальная интеграция ФСП не подключена. Команда PixiPod. Балашев Артур Вадимович, fullstack-разработчик, бэкенд, фронтенд и ML. Ростов-на-Дону. Telegram: @ArtycoB. Сведения предоставлены капитаном.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Разряд. Слайд 3. Источники: техническое задание ФСП, ответы организаторов в XLSX и группе спецтрека; реализация репозитория; ml/metrics.json. Стартовые данные синтетические. Официальная интеграция ФСП не подключена. Команда PixiPod. Балашев Артур Вадимович, fullstack-разработчик, бэкенд, фронтенд и ML. Ростов-на-Дону. Telegram: @ArtycoB. Сведения предоставлены капитаном.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Разряд. Слайд 4. Источники: техническое задание ФСП, ответы организаторов в XLSX и группе спецтрека; реализация репозитория; ml/metrics.json. Стартовые данные синтетические. Официальная интеграция ФСП не подключена. Команда PixiPod. Балашев Артур Вадимович, fullstack-разработчик, бэкенд, фронтенд и ML. Ростов-на-Дону. Telegram: @ArtycoB. Сведения предоставлены капитаном.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Разряд. Слайд 5. Источники: техническое задание ФСП, ответы организаторов в XLSX и группе спецтрека; реализация репозитория; ml/metrics.json. Стартовые данные синтетические. Официальная интеграция ФСП не подключена.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Разряд. Слайд 6. Источники: техническое задание ФСП, ответы организаторов в XLSX и группе спецтрека; реализация репозитория; ml/metrics.json. Стартовые данные синтетические. Официальная интеграция ФСП не подключена.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Разряд. Слайд 7. Источники: техническое задание ФСП, ответы организаторов в XLSX и группе спецтрека; реализация репозитория; ml/metrics.json. Стартовые данные синтетические. Официальная интеграция ФСП не подключена.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Разряд. Слайд 8. Источники: техническое задание ФСП, ответы организаторов в XLSX и группе спецтрека; реализация репозитория; ml/metrics.json. Стартовые данные синтетические. Официальная интеграция ФСП не подключена.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Разряд. Слайд 9. Источники: техническое задание ФСП, ответы организаторов в XLSX и группе спецтрека; реализация репозитория; ml/metrics.json. Стартовые данные синтетические. Официальная интеграция ФСП не подключена.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Разряд. Слайд 10. Источники: техническое задание ФСП, ответы организаторов в XLSX и группе спецтрека; реализация репозитория; ml/metrics.json. Стартовые данные синтетические. Официальная интеграция ФСП не подключена.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Разряд. Слайд 11. Источники: техническое задание ФСП, ответы организаторов в XLSX и группе спецтрека; реализация репозитория; ml/metrics.json. Стартовые данные синтетические. Официальная интеграция ФСП не подключена.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ca133b47724686" /><Relationship Type="http://schemas.openxmlformats.org/officeDocument/2006/relationships/image" Target="/ppt/media/image2.png" Id="Rb2e9f5b2ef5948c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2e9c2f3048406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4b9718b86e4fa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c90f5b346f475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c4e0aa714f44a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372305ffed466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ebb3bca3fd416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4e9732ed1f46a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0f5a64947241a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a5f5befb1d44e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74a281421c4e4c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c01bf8a1f94fa1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0d2b9b974749af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8002217bba4ad0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782ee8a62a43f0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541cccc5594bc5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c14f5763bf4f2e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04467148e2437f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f94d3425a84a34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ec1e1d39614823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2ae510620f445b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d5aea060fe449b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a5c5d3f71a4557" /></Relationships>
</file>

<file path=ppt/slideLayouts/slideLayout1.xml><?xml version="1.0" encoding="utf-8"?>
<p:sldLayout xmlns:p="http://schemas.openxmlformats.org/presentationml/2006/main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b2e9f5b2ef5948c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Иконка задачи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НАЗВАНИЕ КОМАНДЫ</a:t>
            </a:r>
          </a:p>
        </p:txBody>
      </p:sp>
      <p:sp>
        <p:nvSpPr>
          <p:cNvPr id="42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Логотип/логотипы постановщика задачи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r>
              <a:rPr sz="1600" b="0"/>
              <a:t>Номер и название задачи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Фото команды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67EB9651-F031-4963-AFE9-33BCC0E88757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4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Дата 3">
            <a:extLst xmlns:a="http://schemas.openxmlformats.org/drawingml/2006/main"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1021F813-DBA1-42EC-A748-A9CC16659E6B}" type="datetime1">
              <a:t>02.10.2026</a:t>
            </a:fld>
            <a:endParaRPr/>
          </a:p>
        </p:txBody>
      </p:sp>
      <p:sp>
        <p:nvSpPr>
          <p:cNvPr id="10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1" name="Дата 3">
            <a:extLst xmlns:a="http://schemas.openxmlformats.org/drawingml/2006/main"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7DE2642A-6018-4CC1-81AB-5FD8D2782D4F}" type="datetime1">
              <a:t>02.10.2026</a:t>
            </a:fld>
            <a:endParaRPr/>
          </a:p>
        </p:txBody>
      </p:sp>
      <p:sp>
        <p:nvSpPr>
          <p:cNvPr id="2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3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4" name="Дата 3">
            <a:extLst xmlns:a="http://schemas.openxmlformats.org/drawingml/2006/main"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3014BBE-C503-4380-A869-5EE8294FE947}" type="datetime1">
              <a:t>02.10.2026</a:t>
            </a:fld>
            <a:endParaRPr/>
          </a:p>
        </p:txBody>
      </p:sp>
      <p:sp>
        <p:nvSpPr>
          <p:cNvPr id="1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3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Дата 3">
            <a:extLst xmlns:a="http://schemas.openxmlformats.org/drawingml/2006/main"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D568497-304A-497F-ADAE-97D3CF462C1C}" type="datetime1">
              <a:t>02.10.2026</a:t>
            </a:fld>
            <a:endParaRPr/>
          </a:p>
        </p:txBody>
      </p:sp>
      <p:sp>
        <p:nvSpPr>
          <p:cNvPr id="1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2CB240C-04A3-49D4-83F9-87A9C6C414DC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73"/>
            </a:lvl1pPr>
            <a:lvl2pPr>
              <a:buNone/>
              <a:defRPr sz="1520"/>
            </a:lvl2pPr>
            <a:lvl3pPr>
              <a:buNone/>
              <a:defRPr sz="1266"/>
            </a:lvl3pPr>
            <a:lvl4pPr>
              <a:buNone/>
              <a:defRPr sz="1141"/>
            </a:lvl4pPr>
            <a:lvl5pPr>
              <a:buNone/>
              <a:defRPr sz="1141"/>
            </a:lvl5pPr>
            <a:lvl6pPr>
              <a:buNone/>
              <a:defRPr sz="1266"/>
            </a:lvl6pPr>
            <a:lvl7pPr>
              <a:buNone/>
              <a:defRPr sz="1266"/>
            </a:lvl7pPr>
            <a:lvl8pPr>
              <a:buNone/>
              <a:defRPr sz="1266"/>
            </a:lvl8pPr>
            <a:lvl9pPr>
              <a:buNone/>
              <a:defRPr sz="1266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8" name="Дата 3">
            <a:extLst xmlns:a="http://schemas.openxmlformats.org/drawingml/2006/main"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E74468B-3512-454B-AB51-7AE95604D39E}" type="datetime1">
              <a:t>02.10.2026</a:t>
            </a:fld>
            <a:endParaRPr/>
          </a:p>
        </p:txBody>
      </p:sp>
      <p:sp>
        <p:nvSpPr>
          <p:cNvPr id="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BAB2196-A440-4E25-B9FF-D0ADB01B1A15}" type="datetime1">
              <a:t>02.10.2026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7BAE699-64F9-49EF-B784-2DEF2B221955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4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3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5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3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</a:p>
        </p:txBody>
      </p:sp>
      <p:sp>
        <p:nvSpPr>
          <p:cNvPr id="28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</a:p>
        </p:txBody>
      </p:sp>
      <p:sp>
        <p:nvSpPr>
          <p:cNvPr id="2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</a:p>
        </p:txBody>
      </p:sp>
      <p:sp>
        <p:nvSpPr>
          <p:cNvPr id="3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</a:p>
        </p:txBody>
      </p:sp>
      <p:sp>
        <p:nvSpPr>
          <p:cNvPr id="3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</a:p>
        </p:txBody>
      </p:sp>
      <p:sp>
        <p:nvSpPr>
          <p:cNvPr id="3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AFA80CC-940E-479C-90C0-76DA923785E9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82A4DA7B-A7D8-4443-AD1C-4C7CDC678488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3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</a:p>
        </p:txBody>
      </p:sp>
      <p:sp>
        <p:nvSpPr>
          <p:cNvPr id="7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4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4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4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4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4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4E505DF-C567-47F2-9374-60838F800101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2938A0C3-5C2F-47B8-B008-79A49A1195BA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BF4F29EB-DFD0-428E-8E89-ED117A3553E3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52F0272-0FEA-44CE-966E-3D169B2F53D4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62B0DBE-B5A9-470E-85A9-7CC062D5339A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18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</a:p>
        </p:txBody>
      </p:sp>
      <p:sp>
        <p:nvSpPr>
          <p:cNvPr id="19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9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D396B86-640F-4AD1-BBB2-E085B6CD8771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3AF0E63-1EB1-47F5-B09E-CA3E5DE528F3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12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1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1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1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1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cxnSp>
        <p:nvCxnSpPr>
          <p:cNvPr id="168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EA1306C4-AE93-4C4A-AF31-A35B22878BCE}"/>
              </a:ext>
            </a:extLst>
          </p:cNvPr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AE19756F-1E42-4D59-89D2-FF4A8EF22789}"/>
              </a:ext>
            </a:extLst>
          </p:cNvPr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C3972A0D-B7A1-4CB2-9424-E1C624D464C7}"/>
              </a:ext>
            </a:extLst>
          </p:cNvPr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95A1BB92-B94B-48AE-9F14-3A46480EB9CD}"/>
              </a:ext>
            </a:extLst>
          </p:cNvPr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9" name="Дата 8">
            <a:extLst xmlns:a="http://schemas.openxmlformats.org/drawingml/2006/main"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490EE5-ED7D-46E8-8345-A78A0CB0F4A4}" type="datetime1">
              <a:t>02.10.2026</a:t>
            </a:fld>
            <a:endParaRPr/>
          </a:p>
        </p:txBody>
      </p:sp>
      <p:sp>
        <p:nvSpPr>
          <p:cNvPr id="10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60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7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02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71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C8C16AD-D907-4463-BE30-FCBB33ACAE3F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9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0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0d0dfc6dc72f4e05" /><Relationship Type="http://schemas.openxmlformats.org/officeDocument/2006/relationships/theme" Target="/ppt/slideMasters/theme/theme2.xml" Id="R270f0524b1b246c8" /><Relationship Type="http://schemas.openxmlformats.org/officeDocument/2006/relationships/slideLayout" Target="/ppt/slideLayouts/slideLayout1.xml" Id="R5552837b71564b1c" /><Relationship Type="http://schemas.openxmlformats.org/officeDocument/2006/relationships/slideLayout" Target="/ppt/slideLayouts/slideLayout2.xml" Id="R37759e97a2e24d44" /><Relationship Type="http://schemas.openxmlformats.org/officeDocument/2006/relationships/slideLayout" Target="/ppt/slideLayouts/slideLayout3.xml" Id="R582319fda87d41e2" /><Relationship Type="http://schemas.openxmlformats.org/officeDocument/2006/relationships/slideLayout" Target="/ppt/slideLayouts/slideLayout4.xml" Id="R6634caff24284a6a" /><Relationship Type="http://schemas.openxmlformats.org/officeDocument/2006/relationships/slideLayout" Target="/ppt/slideLayouts/slideLayout5.xml" Id="R6ff7842ce3e5437f" /><Relationship Type="http://schemas.openxmlformats.org/officeDocument/2006/relationships/slideLayout" Target="/ppt/slideLayouts/slideLayout6.xml" Id="R2e30aa2cdb794150" /><Relationship Type="http://schemas.openxmlformats.org/officeDocument/2006/relationships/slideLayout" Target="/ppt/slideLayouts/slideLayout7.xml" Id="R049659ad594f4df8" /><Relationship Type="http://schemas.openxmlformats.org/officeDocument/2006/relationships/slideLayout" Target="/ppt/slideLayouts/slideLayout8.xml" Id="R6ed3858520f34c99" /><Relationship Type="http://schemas.openxmlformats.org/officeDocument/2006/relationships/slideLayout" Target="/ppt/slideLayouts/slideLayout9.xml" Id="Ra1cc0473d8144a5e" /><Relationship Type="http://schemas.openxmlformats.org/officeDocument/2006/relationships/slideLayout" Target="/ppt/slideLayouts/slideLayout10.xml" Id="R1dd6bfc663324e95" /><Relationship Type="http://schemas.openxmlformats.org/officeDocument/2006/relationships/slideLayout" Target="/ppt/slideLayouts/slideLayout11.xml" Id="R1c92b80e7e054b49" /><Relationship Type="http://schemas.openxmlformats.org/officeDocument/2006/relationships/slideLayout" Target="/ppt/slideLayouts/slideLayout12.xml" Id="Rf53f9db2a2b84968" /><Relationship Type="http://schemas.openxmlformats.org/officeDocument/2006/relationships/slideLayout" Target="/ppt/slideLayouts/slideLayout13.xml" Id="R1e56f0548d094199" /><Relationship Type="http://schemas.openxmlformats.org/officeDocument/2006/relationships/slideLayout" Target="/ppt/slideLayouts/slideLayout14.xml" Id="R5f5b50bda46c46da" /><Relationship Type="http://schemas.openxmlformats.org/officeDocument/2006/relationships/slideLayout" Target="/ppt/slideLayouts/slideLayout15.xml" Id="R67dff8bfdbd3480b" /><Relationship Type="http://schemas.openxmlformats.org/officeDocument/2006/relationships/slideLayout" Target="/ppt/slideLayouts/slideLayout16.xml" Id="R5e34cbd7d28b46bf" /><Relationship Type="http://schemas.openxmlformats.org/officeDocument/2006/relationships/slideLayout" Target="/ppt/slideLayouts/slideLayout17.xml" Id="R6003743832f84517" /><Relationship Type="http://schemas.openxmlformats.org/officeDocument/2006/relationships/slideLayout" Target="/ppt/slideLayouts/slideLayout18.xml" Id="Ra50d0f2934e7491c" /><Relationship Type="http://schemas.openxmlformats.org/officeDocument/2006/relationships/slideLayout" Target="/ppt/slideLayouts/slideLayout19.xml" Id="R095dca7794754ee6" /><Relationship Type="http://schemas.openxmlformats.org/officeDocument/2006/relationships/slideLayout" Target="/ppt/slideLayouts/slideLayout20.xml" Id="Re2d2cff301044751" /><Relationship Type="http://schemas.openxmlformats.org/officeDocument/2006/relationships/slideLayout" Target="/ppt/slideLayouts/slideLayout21.xml" Id="Rae8ab252ffc24f43" /><Relationship Type="http://schemas.openxmlformats.org/officeDocument/2006/relationships/slideLayout" Target="/ppt/slideLayouts/slideLayout22.xml" Id="Rc54ab74c1aa34c31" /><Relationship Type="http://schemas.openxmlformats.org/officeDocument/2006/relationships/slideLayout" Target="/ppt/slideLayouts/slideLayout23.xml" Id="Rf41c51cfda9b48b0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d0dfc6dc72f4e0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D490EE5-ED7D-46E8-8345-A78A0CB0F4A4}" type="datetime1">
              <a:t>02.10.2026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552837b71564b1c"/>
    <p:sldLayoutId xmlns:r="http://schemas.openxmlformats.org/officeDocument/2006/relationships" id="2147483650" r:id="R37759e97a2e24d44"/>
    <p:sldLayoutId xmlns:r="http://schemas.openxmlformats.org/officeDocument/2006/relationships" id="2147483651" r:id="R582319fda87d41e2"/>
    <p:sldLayoutId xmlns:r="http://schemas.openxmlformats.org/officeDocument/2006/relationships" id="2147483652" r:id="R6634caff24284a6a"/>
    <p:sldLayoutId xmlns:r="http://schemas.openxmlformats.org/officeDocument/2006/relationships" id="2147483653" r:id="R6ff7842ce3e5437f"/>
    <p:sldLayoutId xmlns:r="http://schemas.openxmlformats.org/officeDocument/2006/relationships" id="2147483654" r:id="R2e30aa2cdb794150"/>
    <p:sldLayoutId xmlns:r="http://schemas.openxmlformats.org/officeDocument/2006/relationships" id="2147483655" r:id="R049659ad594f4df8"/>
    <p:sldLayoutId xmlns:r="http://schemas.openxmlformats.org/officeDocument/2006/relationships" id="2147483656" r:id="R6ed3858520f34c99"/>
    <p:sldLayoutId xmlns:r="http://schemas.openxmlformats.org/officeDocument/2006/relationships" id="2147483657" r:id="Ra1cc0473d8144a5e"/>
    <p:sldLayoutId xmlns:r="http://schemas.openxmlformats.org/officeDocument/2006/relationships" id="2147483658" r:id="R1dd6bfc663324e95"/>
    <p:sldLayoutId xmlns:r="http://schemas.openxmlformats.org/officeDocument/2006/relationships" id="2147483659" r:id="R1c92b80e7e054b49"/>
    <p:sldLayoutId xmlns:r="http://schemas.openxmlformats.org/officeDocument/2006/relationships" id="2147483660" r:id="Rf53f9db2a2b84968"/>
    <p:sldLayoutId xmlns:r="http://schemas.openxmlformats.org/officeDocument/2006/relationships" id="2147483661" r:id="R1e56f0548d094199"/>
    <p:sldLayoutId xmlns:r="http://schemas.openxmlformats.org/officeDocument/2006/relationships" id="2147483662" r:id="R5f5b50bda46c46da"/>
    <p:sldLayoutId xmlns:r="http://schemas.openxmlformats.org/officeDocument/2006/relationships" id="2147483663" r:id="R67dff8bfdbd3480b"/>
    <p:sldLayoutId xmlns:r="http://schemas.openxmlformats.org/officeDocument/2006/relationships" id="2147483664" r:id="R5e34cbd7d28b46bf"/>
    <p:sldLayoutId xmlns:r="http://schemas.openxmlformats.org/officeDocument/2006/relationships" id="2147483665" r:id="R6003743832f84517"/>
    <p:sldLayoutId xmlns:r="http://schemas.openxmlformats.org/officeDocument/2006/relationships" id="2147483666" r:id="Ra50d0f2934e7491c"/>
    <p:sldLayoutId xmlns:r="http://schemas.openxmlformats.org/officeDocument/2006/relationships" id="2147483667" r:id="R095dca7794754ee6"/>
    <p:sldLayoutId xmlns:r="http://schemas.openxmlformats.org/officeDocument/2006/relationships" id="2147483668" r:id="Re2d2cff301044751"/>
    <p:sldLayoutId xmlns:r="http://schemas.openxmlformats.org/officeDocument/2006/relationships" id="2147483669" r:id="Rae8ab252ffc24f43"/>
    <p:sldLayoutId xmlns:r="http://schemas.openxmlformats.org/officeDocument/2006/relationships" id="2147483670" r:id="Rc54ab74c1aa34c31"/>
    <p:sldLayoutId xmlns:r="http://schemas.openxmlformats.org/officeDocument/2006/relationships" id="2147483671" r:id="Rf41c51cfda9b48b0"/>
  </p:sldLayoutIdLst>
  <p:hf hdr="0" ftr="0" dt="0"/>
  <p:txStyles>
    <p:titleStyle>
      <a:lvl1pPr xmlns:a="http://schemas.openxmlformats.org/drawingml/2006/main" algn="l" defTabSz="578755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6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xmlns:a="http://schemas.openxmlformats.org/drawingml/2006/main" val="F26B43"/>
          </p15:clr>
        </p15:guide>
        <p15:guide id="20" orient="horz" pos="482">
          <p15:clr>
            <a:srgbClr xmlns:a="http://schemas.openxmlformats.org/drawingml/2006/main" val="F26B43"/>
          </p15:clr>
        </p15:guide>
        <p15:guide id="21" pos="218">
          <p15:clr>
            <a:srgbClr xmlns:a="http://schemas.openxmlformats.org/drawingml/2006/main" val="F26B43"/>
          </p15:clr>
        </p15:guide>
        <p15:guide id="22" pos="7469">
          <p15:clr>
            <a:srgbClr xmlns:a="http://schemas.openxmlformats.org/drawingml/2006/main" val="F26B43"/>
          </p15:clr>
        </p15:guide>
        <p15:guide id="23" orient="horz" pos="249">
          <p15:clr>
            <a:srgbClr xmlns:a="http://schemas.openxmlformats.org/drawingml/2006/main" val="F26B43"/>
          </p15:clr>
        </p15:guide>
        <p15:guide id="24" orient="horz" pos="4042">
          <p15:clr>
            <a:srgbClr xmlns:a="http://schemas.openxmlformats.org/drawingml/2006/main" val="F26B43"/>
          </p15:clr>
        </p15:guide>
        <p15:guide id="25" orient="horz" pos="3906">
          <p15:clr>
            <a:srgbClr xmlns:a="http://schemas.openxmlformats.org/drawingml/2006/main" val="F26B43"/>
          </p15:clr>
        </p15:guide>
        <p15:guide id="26" orient="horz" pos="640">
          <p15:clr>
            <a:srgbClr xmlns:a="http://schemas.openxmlformats.org/drawingml/2006/main" val="F26B43"/>
          </p15:clr>
        </p15:guide>
        <p15:guide id="27" pos="384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55c07e0acc4bf8" /><Relationship Type="http://schemas.openxmlformats.org/officeDocument/2006/relationships/image" Target="/ppt/media/image3.png" Id="Ree060283639b49d1" /><Relationship Type="http://schemas.openxmlformats.org/officeDocument/2006/relationships/notesSlide" Target="/ppt/notesSlides/notesSlide1.xml" Id="R97ccb407c442498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e3fa7426a34e97" /><Relationship Type="http://schemas.openxmlformats.org/officeDocument/2006/relationships/image" Target="/ppt/media/image4.png" Id="R24b04dfb44744773" /><Relationship Type="http://schemas.openxmlformats.org/officeDocument/2006/relationships/notesSlide" Target="/ppt/notesSlides/notesSlide2.xml" Id="Ra57233b88cd6461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3ada658cd304349" /><Relationship Type="http://schemas.openxmlformats.org/officeDocument/2006/relationships/image" Target="/ppt/media/image.png" Id="R7ed1a355f0054fef" /><Relationship Type="http://schemas.openxmlformats.org/officeDocument/2006/relationships/notesSlide" Target="/ppt/notesSlides/notesSlide3.xml" Id="R6869771c696b435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257dec0e0814c80" /><Relationship Type="http://schemas.openxmlformats.org/officeDocument/2006/relationships/image" Target="/ppt/media/image5.png" Id="Re476bd06cbf94034" /><Relationship Type="http://schemas.openxmlformats.org/officeDocument/2006/relationships/notesSlide" Target="/ppt/notesSlides/notesSlide4.xml" Id="Ree4472ed27df467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be51080b7b274689" /><Relationship Type="http://schemas.openxmlformats.org/officeDocument/2006/relationships/image" Target="/ppt/media/image.png" Id="R03eecf6713f349b4" /><Relationship Type="http://schemas.openxmlformats.org/officeDocument/2006/relationships/notesSlide" Target="/ppt/notesSlides/notesSlide5.xml" Id="Rb0499851bbdd47e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aa04429b217842a5" /><Relationship Type="http://schemas.openxmlformats.org/officeDocument/2006/relationships/image" Target="/ppt/media/image.png" Id="R91e42a99966c48df" /><Relationship Type="http://schemas.openxmlformats.org/officeDocument/2006/relationships/image" Target="/ppt/media/image6.png" Id="Rbec6ad6b2148469d" /><Relationship Type="http://schemas.openxmlformats.org/officeDocument/2006/relationships/notesSlide" Target="/ppt/notesSlides/notesSlide6.xml" Id="R8069c1055c41414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f1314bd2af064f7e" /><Relationship Type="http://schemas.openxmlformats.org/officeDocument/2006/relationships/image" Target="/ppt/media/image4.png" Id="Re044e46cffc54f6e" /><Relationship Type="http://schemas.openxmlformats.org/officeDocument/2006/relationships/notesSlide" Target="/ppt/notesSlides/notesSlide7.xml" Id="R3eb32681ff074dd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8f7d77f768624126" /><Relationship Type="http://schemas.openxmlformats.org/officeDocument/2006/relationships/image" Target="/ppt/media/image5.png" Id="Red0fde5713d5478a" /><Relationship Type="http://schemas.openxmlformats.org/officeDocument/2006/relationships/notesSlide" Target="/ppt/notesSlides/notesSlide8.xml" Id="Rd25cd89b7af54b2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a3057e1ff25c43db" /><Relationship Type="http://schemas.openxmlformats.org/officeDocument/2006/relationships/image" Target="/ppt/media/image5.png" Id="Rb3ce4609e7374ff0" /><Relationship Type="http://schemas.openxmlformats.org/officeDocument/2006/relationships/notesSlide" Target="/ppt/notesSlides/notesSlide9.xml" Id="R486d5f7d1dd147c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e4ebe06ead134a4d" /><Relationship Type="http://schemas.openxmlformats.org/officeDocument/2006/relationships/image" Target="/ppt/media/image5.png" Id="Re08d299098d74b22" /><Relationship Type="http://schemas.openxmlformats.org/officeDocument/2006/relationships/notesSlide" Target="/ppt/notesSlides/notesSlide10.xml" Id="R0a805397fb38478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0.xml" Id="Rfb44aefe6d90493a" /><Relationship Type="http://schemas.openxmlformats.org/officeDocument/2006/relationships/image" Target="/ppt/media/image4.png" Id="R3850276fe09249aa" /><Relationship Type="http://schemas.openxmlformats.org/officeDocument/2006/relationships/image" Target="/ppt/media/image7.png" Id="Rc104cd12aa584349" /><Relationship Type="http://schemas.openxmlformats.org/officeDocument/2006/relationships/image" Target="/ppt/media/image8.png" Id="Ree1f7567746c4514" /><Relationship Type="http://schemas.openxmlformats.org/officeDocument/2006/relationships/notesSlide" Target="/ppt/notesSlides/notesSlide11.xml" Id="R56762cbb2acd487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marL="268288" indent="0">
              <a:buNone/>
              <a:defRPr sz="34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34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РАЗРЯД</a:t>
            </a:r>
            <a:endParaRPr sz="4800"/>
          </a:p>
          <a:p xmlns:a="http://schemas.openxmlformats.org/drawingml/2006/main">
            <a:pPr marL="268288" indent="0">
              <a:buNone/>
              <a:defRPr sz="34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34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Навыки говорят за вас</a:t>
            </a:r>
            <a:endParaRPr sz="4800"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0" y="5659501"/>
            <a:ext cx="8930641" cy="757174"/>
          </a:xfrm>
        </p:spPr>
        <p:txBody>
          <a:bodyPr xmlns:a="http://schemas.openxmlformats.org/drawingml/2006/main" anchor="ctr">
            <a:normAutofit lnSpcReduction="10000"/>
          </a:bodyPr>
          <a:lstStyle xmlns:a="http://schemas.openxmlformats.org/drawingml/2006/main"/>
          <a:p xmlns:a="http://schemas.openxmlformats.org/drawingml/2006/main">
            <a:pPr marL="271463" indent="-3175">
              <a:buNone/>
            </a:pPr>
            <a:r>
              <a:t>Цифровая платформа-агрегатор ИТ-вакансий </a:t>
            </a:r>
            <a:br/>
            <a:r>
              <a:t>с верифицированным профилем достижений </a:t>
            </a:r>
            <a:br/>
            <a:r>
              <a:t>участника Федерации спортивного программирования (ФСП)</a:t>
            </a: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FDF868A9-4AED-4248-A3A7-43E86FE88D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060283639b49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6075" y="631174"/>
            <a:ext cx="4905194" cy="62003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24b04dfb4474477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71800"/>
            <a:ext cx="6456363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Рисунок 1">
            <a:extLst xmlns:a="http://schemas.openxmlformats.org/drawingml/2006/main"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0" y="335267"/>
            <a:ext cx="6456363" cy="2971784"/>
          </a:xfrm>
        </p:spPr>
      </p:sp>
      <p:sp>
        <p:nvSpPr>
          <p:cNvPr id="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2303118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606" y="4876070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  <a:def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Тест задаёт категорию. Подбор объясняет совпадения. Контакты открываются только выбранной компании.</a:t>
            </a:r>
          </a:p>
        </p:txBody>
      </p:sp>
      <p:sp>
        <p:nvSpPr>
          <p:cNvPr id="1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883009"/>
            <a:ext cx="5629858" cy="23990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Команда: PixiPod, один участник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Капитан: Балашев Артур Вадимович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Fullstack-разработчик: бэкенд, фронтенд и ML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425" b="0" i="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Ростов-на-Дону · Telegram: @ArtycoB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48478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903" y="1039236"/>
            <a:ext cx="3636703" cy="1015128"/>
          </a:xfrm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ПРОЕКТ «РАЗРЯД»</a:t>
            </a:r>
            <a:endParaRPr sz="2400">
              <a:solidFill>
                <a:schemeClr val="accent5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Прямая соединительная линия 6">
            <a:extLst xmlns:a="http://schemas.openxmlformats.org/drawingml/2006/main">
              <a:ext uri="{FF2B5EF4-FFF2-40B4-BE49-F238E27FC236}">
                <a16:creationId xmlns:a16="http://schemas.microsoft.com/office/drawing/2014/main" id="{D5A5FCBA-2665-4097-B737-CE416EE0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774" y="2240031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Прямая соединительная линия 15">
            <a:extLst xmlns:a="http://schemas.openxmlformats.org/drawingml/2006/main">
              <a:ext uri="{FF2B5EF4-FFF2-40B4-BE49-F238E27FC236}">
                <a16:creationId xmlns:a16="http://schemas.microsoft.com/office/drawing/2014/main" id="{DFA4DD2A-8EB2-47A2-95AA-9D6FAD3D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347" y="4437879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7" name="Прямая соединительная линия 16">
            <a:extLst xmlns:a="http://schemas.openxmlformats.org/drawingml/2006/main">
              <a:ext uri="{FF2B5EF4-FFF2-40B4-BE49-F238E27FC236}">
                <a16:creationId xmlns:a16="http://schemas.microsoft.com/office/drawing/2014/main" id="{AB8934A1-08D9-4471-A875-615533FE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33" y="3448639"/>
            <a:ext cx="5700167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4541737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027" y="2619903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  <a:def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Проверенный уровень помогает компании найти специалиста и предложить работу с открытой зарплатой.</a:t>
            </a:r>
          </a:p>
        </p:txBody>
      </p:sp>
      <p:sp>
        <p:nvSpPr>
          <p:cNvPr id="10" name="Номер слайда 35">
            <a:extLst xmlns:a="http://schemas.openxmlformats.org/drawingml/2006/main"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11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22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32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43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554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2658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99765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6877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ctr">
              <a:buNone/>
            </a:pPr>
            <a:fld id="{E2598689-54C9-18A7-3A19-ED76AA08988F}" type="slidenum">
              <a:rPr sz="1200">
                <a:solidFill>
                  <a:schemeClr val="accent5"/>
                </a:solidFill>
              </a:rPr>
              <a:t>2</a:t>
            </a:fld>
            <a:endParaRPr sz="1200">
              <a:solidFill>
                <a:schemeClr val="accent5"/>
              </a:solidFill>
            </a:endParaRP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3E11C7-76B3-41C6-9547-6FB548FC9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62000"/>
            <a:ext cx="5429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8B4DA6-266C-4A6C-B704-83696BC9E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114425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5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52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PixiPod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D1C513-BB03-480A-9B11-84AEE7506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38375"/>
            <a:ext cx="504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746B7C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746B7C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746B7C"/>
                </a:solidFill>
                <a:latin typeface="Montserrat"/>
                <a:ea typeface="Montserrat"/>
                <a:cs typeface="Montserrat"/>
              </a:rPr>
              <a:t>Один разработчик. Полный цикл.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7ed1a355f0054fe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Скругленный прямоугольник 55">
            <a:extLst xmlns:a="http://schemas.openxmlformats.org/drawingml/2006/main"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394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678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Python, FastAPI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Профили и тесты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Приглашения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Защита контактов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677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Бэкенд</a:t>
            </a:r>
          </a:p>
        </p:txBody>
      </p:sp>
      <p:sp>
        <p:nvSpPr>
          <p:cNvPr id="59" name="Скругленный прямоугольник 58">
            <a:extLst xmlns:a="http://schemas.openxmlformats.org/drawingml/2006/main"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712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8996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Next.js, Tailwind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Русский интерфейс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Два кабинета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Адаптивная вёрстка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8995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Фронтенд</a:t>
            </a:r>
          </a:p>
        </p:txBody>
      </p:sp>
      <p:sp>
        <p:nvSpPr>
          <p:cNvPr id="62" name="Скругленный прямоугольник 61">
            <a:extLst xmlns:a="http://schemas.openxmlformats.org/drawingml/2006/main"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2031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315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Признаки и обучение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Оценка ранжирования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Объяснение совпадений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Контроль ограничений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314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ML и подбор</a:t>
            </a:r>
          </a:p>
        </p:txBody>
      </p:sp>
      <p:sp>
        <p:nvSpPr>
          <p:cNvPr id="65" name="Скругленный прямоугольник 64">
            <a:extLst xmlns:a="http://schemas.openxmlformats.org/drawingml/2006/main"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349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9633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Тесты API и сценариев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Docker и запуск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Документация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Демонстрация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6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9632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Качество</a:t>
            </a: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rPr>
                <a:solidFill>
                  <a:schemeClr val="bg1"/>
                </a:solidFill>
              </a:rPr>
              <a:t>3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 xmlns:a="http://schemas.openxmlformats.org/drawingml/2006/main">
              <a:ext uri="{FF2B5EF4-FFF2-40B4-BE49-F238E27FC236}">
                <a16:creationId xmlns:a16="http://schemas.microsoft.com/office/drawing/2014/main" id="{4C94D4FF-301C-477D-8018-73C5CC99D493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581397" y="1816054"/>
            <a:ext cx="1722566" cy="1552901"/>
          </a:xfrm>
        </p:spPr>
      </p:sp>
      <p:sp>
        <p:nvSpPr>
          <p:cNvPr id="3" name="Рисунок 2">
            <a:extLst xmlns:a="http://schemas.openxmlformats.org/drawingml/2006/main"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2886467" y="1826554"/>
            <a:ext cx="1722566" cy="1542401"/>
          </a:xfrm>
        </p:spPr>
      </p:sp>
      <p:sp>
        <p:nvSp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5191784" y="1809238"/>
            <a:ext cx="1722567" cy="1559717"/>
          </a:xfrm>
        </p:spPr>
      </p:sp>
      <p:sp>
        <p:nvSpPr>
          <p:cNvPr id="5" name="Рисунок 4">
            <a:extLst xmlns:a="http://schemas.openxmlformats.org/drawingml/2006/main"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7520208" y="1809238"/>
            <a:ext cx="1722567" cy="1559717"/>
          </a:xfrm>
        </p:spPr>
      </p:sp>
      <p:sp>
        <p:nvSpPr>
          <p:cNvPr id="6" name="Рисунок 5">
            <a:extLst xmlns:a="http://schemas.openxmlformats.org/drawingml/2006/main"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9802422" y="1809238"/>
            <a:ext cx="1722566" cy="1559717"/>
          </a:xfrm>
        </p:spPr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35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КОМАНДА PIXIPOD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18360" y="4250028"/>
            <a:ext cx="1894354" cy="1624612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Fullstack-разработчик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Telegram: @ArtycoB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Ростов-на-Дону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9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4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4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4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Балашев Артур</a:t>
            </a:r>
          </a:p>
          <a:p xmlns:a="http://schemas.openxmlformats.org/drawingml/2006/main">
            <a:pPr marL="0" indent="0">
              <a:buNone/>
              <a:defRPr sz="14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4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Вадимович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ABB4248-462C-4CBB-AAC9-A789F54C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57275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Артур Балашев — единственный участник; справа направления его работы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B697A2D-E70B-4FD8-8FC8-3B188E11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809750"/>
            <a:ext cx="1724025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41777ED-AC9B-4CBB-85D6-530A38457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43125"/>
            <a:ext cx="152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АБ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B0F2361-E16E-4786-AE32-02FB201AC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361" y="1809750"/>
            <a:ext cx="1724025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94A1AA1-8F93-48CE-AE7B-A47D5C988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386" y="2143125"/>
            <a:ext cx="152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API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01C30F6-2620-4EEB-A02C-D339F8960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696" y="1809750"/>
            <a:ext cx="1724025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7B177E6-3932-46A4-BE37-B3C3C5144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721" y="2143125"/>
            <a:ext cx="152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WEB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52E21D6-8403-4DC8-93FD-2E988FF9A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7032" y="1809750"/>
            <a:ext cx="1724025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919D5B7-CB91-49AF-959A-310A2341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7057" y="2143125"/>
            <a:ext cx="152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ML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0DFA9D7-3109-4C63-A571-374C152C2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1809750"/>
            <a:ext cx="1724025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0E1CA3A-9A79-4A67-8B68-DE68161A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2393" y="2143125"/>
            <a:ext cx="152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QA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476bd06cbf9403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rPr>
                <a:solidFill>
                  <a:schemeClr val="accent5"/>
                </a:solidFill>
              </a:rPr>
              <a:t>4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84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О ПРОЕКТЕ И КОМАНДЕ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3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33607" y="1602273"/>
            <a:ext cx="4425822" cy="93426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PixiPod — команда одного разработчика из Ростова-на-Дону. Балашев Артур Вадимович отвечает за полный цикл: бэкенд, фронтенд и ML.</a:t>
            </a:r>
          </a:p>
        </p:txBody>
      </p:sp>
      <p:sp>
        <p:nvSpPr>
          <p:cNvPr id="3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127964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5139255"/>
            <a:ext cx="7318749" cy="105536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defPPr>
              <a:def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Нет API ФСП — создан маркированный демореестр. Нет размеченных данных — проведена воспроизводимая оценка на синтетике. Доступ к контактам проверяется отдельно для каждой компании.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8" y="4571473"/>
            <a:ext cx="6438692" cy="6290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b="1">
                <a:solidFill>
                  <a:schemeClr val="accent5"/>
                </a:solidFill>
              </a:rPr>
            </a:br>
            <a:r>
              <a:rPr b="1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3429000"/>
            <a:ext cx="4945565" cy="107852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Задача продукта — связать проверяемые навыки с конкретными предложениями компаний.</a:t>
            </a:r>
          </a:p>
        </p:txBody>
      </p:sp>
      <p:sp>
        <p:nvSpPr>
          <p:cNvPr id="4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2900091"/>
            <a:ext cx="5629858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b="1">
                <a:solidFill>
                  <a:schemeClr val="accent5"/>
                </a:solidFill>
              </a:rPr>
            </a:br>
            <a:r>
              <a:rPr b="1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sp>
        <p:nvSpPr>
          <p:cNvPr id="5" name="Прямая соединительная линия 4">
            <a:extLst xmlns:a="http://schemas.openxmlformats.org/drawingml/2006/main">
              <a:ext uri="{FF2B5EF4-FFF2-40B4-BE49-F238E27FC236}">
                <a16:creationId xmlns:a16="http://schemas.microsoft.com/office/drawing/2014/main" id="{BB66B2F9-5BCF-46C6-9931-9D4A1E167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2745691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Прямая соединительная линия 5">
            <a:extLst xmlns:a="http://schemas.openxmlformats.org/drawingml/2006/main">
              <a:ext uri="{FF2B5EF4-FFF2-40B4-BE49-F238E27FC236}">
                <a16:creationId xmlns:a16="http://schemas.microsoft.com/office/drawing/2014/main" id="{651725CE-7F9B-4955-B092-1808BA0B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4407066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Прямая соединительная линия 7">
            <a:extLst xmlns:a="http://schemas.openxmlformats.org/drawingml/2006/main">
              <a:ext uri="{FF2B5EF4-FFF2-40B4-BE49-F238E27FC236}">
                <a16:creationId xmlns:a16="http://schemas.microsoft.com/office/drawing/2014/main" id="{F958EB3F-3DB5-41A2-874A-DDC9A8225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110074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1279645"/>
            <a:ext cx="956838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2900091"/>
            <a:ext cx="930595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4571473"/>
            <a:ext cx="930596" cy="56778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3eecf6713f349b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750912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211284"/>
            <a:ext cx="5440313" cy="4989492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211284"/>
            <a:ext cx="5440313" cy="4989492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rPr>
                <a:solidFill>
                  <a:schemeClr val="bg1"/>
                </a:solidFill>
              </a:rPr>
              <a:t>5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589493" y="1920927"/>
            <a:ext cx="4929861" cy="3868581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Next.js + Tailwind: два кабинета и мобильный интерфейс.</a:t>
            </a:r>
          </a:p>
          <a:p xmlns:a="http://schemas.openxmlformats.org/drawingml/2006/main">
            <a: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FastAPI + SQLAlchemy: профили, тесты, вакансии, приглашения и согласия.</a:t>
            </a:r>
          </a:p>
          <a:p xmlns:a="http://schemas.openxmlformats.org/drawingml/2006/main">
            <a: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PostgreSQL в Docker; SQLite для локального демо.</a:t>
            </a:r>
          </a:p>
          <a:p xmlns:a="http://schemas.openxmlformats.org/drawingml/2006/main">
            <a: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Параметризованный банк тестов и CPU-модель ранжирования.</a:t>
            </a:r>
          </a:p>
          <a:p xmlns:a="http://schemas.openxmlformats.org/drawingml/2006/main">
            <a: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ФСП: демореестр; официальный контур требует API и OIDC.</a:t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6513513" y="1920927"/>
            <a:ext cx="4957144" cy="387644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Специалисту: показать подтверждённые навыки и выбрать предложение с известной зарплатой.</a:t>
            </a:r>
          </a:p>
          <a:p xmlns:a="http://schemas.openxmlformats.org/drawingml/2006/main">
            <a:pPr marL="0" indent="0">
              <a:buNone/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Компании: искать внутри проверенной категории, сравнивать доказательства и приглашать без публикации вакансии.</a:t>
            </a:r>
            <a:endParaRPr sz="1400"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Развитие: пилот с ФСП и компаниями, калибровка банка задач, затем ATS и расширение специализаций.</a:t>
            </a:r>
            <a:endParaRPr sz="140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56851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КОРОТКО О РЕШЕНИИ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78063" y="1476583"/>
            <a:ext cx="4929861" cy="55514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513513" y="1476583"/>
            <a:ext cx="5214724" cy="56151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>Маркетинговая суть решения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endParaRPr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91e42a99966c48d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170" y="1304256"/>
            <a:ext cx="11541659" cy="5052102"/>
          </a:xfrm>
          <a:prstGeom xmlns:a="http://schemas.openxmlformats.org/drawingml/2006/main" prst="roundRect">
            <a:avLst>
              <a:gd name="adj" fmla="val 6926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3888" y="1556279"/>
            <a:ext cx="10789619" cy="37454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rPr>
                <a:solidFill>
                  <a:schemeClr val="bg1"/>
                </a:solidFill>
              </a:rPr>
              <a:t>6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3104" y="414049"/>
            <a:ext cx="5994696" cy="55206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600">
              <a:solidFill>
                <a:schemeClr val="bg1"/>
              </a:solidFill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900A2F-7B0E-49CD-A836-CF2246A10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86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ПОДБОР ПО ПОДТВЕРЖДЁННЫМ НАВЫКАМ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E58A63-5BC7-4891-819F-3A66B31D40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c6ad6b2148469d"/>
          <a:stretch xmlns:a="http://schemas.openxmlformats.org/drawingml/2006/main"/>
        </p:blipFill>
        <p:spPr>
          <a:xfrm xmlns:a="http://schemas.openxmlformats.org/drawingml/2006/main">
            <a:off x="523875" y="1743075"/>
            <a:ext cx="7715250" cy="3857625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EB2EBB-044B-44A7-95A1-C7E822C2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1762125"/>
            <a:ext cx="2857500" cy="3762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01  Категория</a:t>
            </a:r>
          </a:p>
          <a:p xmlns:a="http://schemas.openxmlformats.org/drawingml/2006/main">
            <a:pPr>
              <a:def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Специализация и грейд</a:t>
            </a:r>
          </a:p>
          <a:p xmlns:a="http://schemas.openxmlformats.org/drawingml/2006/main">
            <a:pPr>
              <a:def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02  Доказательства</a:t>
            </a:r>
          </a:p>
          <a:p xmlns:a="http://schemas.openxmlformats.org/drawingml/2006/main">
            <a:pPr>
              <a:def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Тест, стек, история ФСП</a:t>
            </a:r>
          </a:p>
          <a:p xmlns:a="http://schemas.openxmlformats.org/drawingml/2006/main">
            <a:pPr>
              <a:def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03  Предложение</a:t>
            </a:r>
          </a:p>
          <a:p xmlns:a="http://schemas.openxmlformats.org/drawingml/2006/main">
            <a:pPr>
              <a:def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Зарплата до знакомства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044e46cffc54f6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Заголовок 5">
            <a:extLst xmlns:a="http://schemas.openxmlformats.org/drawingml/2006/main"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3490" y="370426"/>
            <a:ext cx="5562510" cy="4423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200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521133" y="1695025"/>
            <a:ext cx="4902200" cy="71258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521133" y="2552035"/>
            <a:ext cx="4902200" cy="71258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521133" y="3409044"/>
            <a:ext cx="4902200" cy="71258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521133" y="4266053"/>
            <a:ext cx="4902200" cy="71258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 xmlns:a="http://schemas.openxmlformats.org/drawingml/2006/main"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521133" y="5123063"/>
            <a:ext cx="4902200" cy="71258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41475" y="6356350"/>
            <a:ext cx="5588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rPr>
                <a:solidFill>
                  <a:schemeClr val="accent5"/>
                </a:solidFill>
              </a:rPr>
              <a:t>7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Прямая соединительная линия 1">
            <a:extLst xmlns:a="http://schemas.openxmlformats.org/drawingml/2006/main">
              <a:ext uri="{FF2B5EF4-FFF2-40B4-BE49-F238E27FC236}">
                <a16:creationId xmlns:a16="http://schemas.microsoft.com/office/drawing/2014/main" id="{654EA57E-F421-40B9-97B1-FD43FF68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33" y="1604660"/>
            <a:ext cx="11335905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Прямая соединительная линия 3">
            <a:extLst xmlns:a="http://schemas.openxmlformats.org/drawingml/2006/main">
              <a:ext uri="{FF2B5EF4-FFF2-40B4-BE49-F238E27FC236}">
                <a16:creationId xmlns:a16="http://schemas.microsoft.com/office/drawing/2014/main" id="{7A595284-E224-4702-9722-8C747FEE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33" y="2465535"/>
            <a:ext cx="11335905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Прямая соединительная линия 12">
            <a:extLst xmlns:a="http://schemas.openxmlformats.org/drawingml/2006/main">
              <a:ext uri="{FF2B5EF4-FFF2-40B4-BE49-F238E27FC236}">
                <a16:creationId xmlns:a16="http://schemas.microsoft.com/office/drawing/2014/main" id="{F4693DF2-E99C-47A6-8281-E01B60CE3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33" y="3342865"/>
            <a:ext cx="11335905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Прямая соединительная линия 13">
            <a:extLst xmlns:a="http://schemas.openxmlformats.org/drawingml/2006/main">
              <a:ext uri="{FF2B5EF4-FFF2-40B4-BE49-F238E27FC236}">
                <a16:creationId xmlns:a16="http://schemas.microsoft.com/office/drawing/2014/main" id="{70EDD015-C2DA-4D24-8318-9259B9747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33" y="4183125"/>
            <a:ext cx="11335905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5" name="Прямая соединительная линия 14">
            <a:extLst xmlns:a="http://schemas.openxmlformats.org/drawingml/2006/main">
              <a:ext uri="{FF2B5EF4-FFF2-40B4-BE49-F238E27FC236}">
                <a16:creationId xmlns:a16="http://schemas.microsoft.com/office/drawing/2014/main" id="{13D5C2F4-C449-441A-967F-584F46215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33" y="5048098"/>
            <a:ext cx="11335905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502072-CBD2-4008-9D56-09EDA36B3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86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АРХИТЕКТУРА И ГРАНИЦЫ ДОВЕРИЯ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02FABE-6802-41E8-9D96-181C813B7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71650"/>
            <a:ext cx="2428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Интерфейс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15C3FA-8F73-4837-BB90-4C5B7161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771650"/>
            <a:ext cx="7858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Next.js → единый origin → /api/v1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162086-5981-4BB5-A321-CF93F5DC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38425"/>
            <a:ext cx="2428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Доступ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CD33FF-A362-4123-83CD-970B1DE1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638425"/>
            <a:ext cx="7858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HttpOnly-сессия, роли, вход без письма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C0A605-D636-4FA1-AF1D-9E883FB5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2428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Домен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63AECF-953C-4209-9424-B53134892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505200"/>
            <a:ext cx="7858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Тест → категория → подбор → приглашение → согласие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9AA284-A457-411F-B655-4B3364F85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1975"/>
            <a:ext cx="2428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Хранилище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B1488-62CD-422C-BCD1-0D70FB7E3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371975"/>
            <a:ext cx="7858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PostgreSQL / SQLite, уникальность, транзакции, аудит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1297F0-22E8-4F8F-BC8E-4BD4BD41B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38750"/>
            <a:ext cx="2428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Интеграции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F3A19D-ED41-416F-B59A-2EC31AD54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238750"/>
            <a:ext cx="7858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ФСП и ATS требуют официального подключения</a:t>
            </a:r>
          </a:p>
        </p:txBody>
      </p:sp>
    </p:spTree>
    <p:extLst>
      <p:ext uri="{BB962C8B-B14F-4D97-AF65-F5344CB8AC3E}">
        <p14:creationId xmlns:p14="http://schemas.microsoft.com/office/powerpoint/2010/main" val="3679793639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d0fde5713d5478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rPr>
                <a:solidFill>
                  <a:schemeClr val="accent5"/>
                </a:solidFill>
              </a:rPr>
              <a:t>8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E0A406-EFAD-47CE-9BB6-DE8D20BC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86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ПРОВЕРКА НАВЫКОВ: ЧТО УЖЕ ИЗМЕРЕНО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8CEA59-23D1-4B11-AF8C-47C146395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319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8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600 / 600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3CD665-D391-4ACF-B4FA-CD2B830A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90875"/>
            <a:ext cx="3190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Уникальных вариантов</a:t>
            </a:r>
          </a:p>
          <a:p xmlns:a="http://schemas.openxmlformats.org/drawingml/2006/main">
            <a:pPr>
              <a:def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по одному чертежу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FDB445-85B4-4044-BFC1-20D1EE19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38625"/>
            <a:ext cx="3143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2 направления × 3 уровня.</a:t>
            </a:r>
          </a:p>
          <a:p xmlns:a="http://schemas.openxmlformats.org/drawingml/2006/main">
            <a: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8 вопросов, 30 минут.</a:t>
            </a:r>
          </a:p>
          <a:p xmlns:a="http://schemas.openxmlformats.org/drawingml/2006/main">
            <a: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Порог — 70 баллов.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26B48A-2384-4955-8E51-0B411C3F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190750"/>
            <a:ext cx="319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8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0,854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9A31C0-DB5B-4ACA-947C-306ECAF39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90875"/>
            <a:ext cx="3190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Корреляция test–retest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38308C-1CFC-4645-B19B-F916DA53B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238625"/>
            <a:ext cx="3143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1 200 виртуальных участников.</a:t>
            </a:r>
          </a:p>
          <a:p xmlns:a="http://schemas.openxmlformats.org/drawingml/2006/main">
            <a: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Согласие по прохождению: 86,1%.</a:t>
            </a:r>
          </a:p>
          <a:p xmlns:a="http://schemas.openxmlformats.org/drawingml/2006/main">
            <a: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Симуляция IRT.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106924-6142-417F-953F-8CE1A6ED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90750"/>
            <a:ext cx="319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8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12,84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4CE6D1-9EEF-4C58-8229-9F5238FE6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90875"/>
            <a:ext cx="3190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Средний разброс баллов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3BF9B8-6FF1-45A7-A396-19DE0851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38625"/>
            <a:ext cx="3143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Короткий тест даёт ошибку.</a:t>
            </a:r>
          </a:p>
          <a:p xmlns:a="http://schemas.openxmlformats.org/drawingml/2006/main">
            <a: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Нужны экспертная разметка</a:t>
            </a:r>
          </a:p>
          <a:p xmlns:a="http://schemas.openxmlformats.org/drawingml/2006/main">
            <a: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 реальная калибровка.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3ce4609e7374ff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rPr>
                <a:solidFill>
                  <a:schemeClr val="accent5"/>
                </a:solidFill>
              </a:rPr>
              <a:t>9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1615961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1615964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1596605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1596605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1596605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1596605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xmlns:a="http://schemas.openxmlformats.org/drawingml/2006/main" noGrp="1"/>
          </p:cNvSpPr>
          <p:nvPr>
            <p:ph type="body" idx="43"/>
          </p:nvPr>
        </p:nvSpPr>
        <p:spPr>
          <a:xfrm xmlns:a="http://schemas.openxmlformats.org/drawingml/2006/main">
            <a:off x="7289068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xmlns:a="http://schemas.openxmlformats.org/drawingml/2006/main" noGrp="1"/>
          </p:cNvSpPr>
          <p:nvPr>
            <p:ph type="body" idx="44"/>
          </p:nvPr>
        </p:nvSpPr>
        <p:spPr>
          <a:xfrm xmlns:a="http://schemas.openxmlformats.org/drawingml/2006/main">
            <a:off x="7289071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xmlns:a="http://schemas.openxmlformats.org/drawingml/2006/main" noGrp="1"/>
          </p:cNvSpPr>
          <p:nvPr>
            <p:ph type="body" idx="45"/>
          </p:nvPr>
        </p:nvSpPr>
        <p:spPr>
          <a:xfrm xmlns:a="http://schemas.openxmlformats.org/drawingml/2006/main">
            <a:off x="7269712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xmlns:a="http://schemas.openxmlformats.org/drawingml/2006/main" noGrp="1"/>
          </p:cNvSpPr>
          <p:nvPr>
            <p:ph type="body" idx="46"/>
          </p:nvPr>
        </p:nvSpPr>
        <p:spPr>
          <a:xfrm xmlns:a="http://schemas.openxmlformats.org/drawingml/2006/main">
            <a:off x="7269712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 xmlns:a="http://schemas.openxmlformats.org/drawingml/2006/main"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xmlns:a="http://schemas.openxmlformats.org/drawingml/2006/main" noGrp="1"/>
          </p:cNvSpPr>
          <p:nvPr>
            <p:ph type="body" idx="47"/>
          </p:nvPr>
        </p:nvSpPr>
        <p:spPr>
          <a:xfrm xmlns:a="http://schemas.openxmlformats.org/drawingml/2006/main">
            <a:off x="7269712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 xmlns:a="http://schemas.openxmlformats.org/drawingml/2006/main"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xmlns:a="http://schemas.openxmlformats.org/drawingml/2006/main" noGrp="1"/>
          </p:cNvSpPr>
          <p:nvPr>
            <p:ph type="body" idx="48"/>
          </p:nvPr>
        </p:nvSpPr>
        <p:spPr>
          <a:xfrm xmlns:a="http://schemas.openxmlformats.org/drawingml/2006/main">
            <a:off x="7269712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20913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501557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501557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 xmlns:a="http://schemas.openxmlformats.org/drawingml/2006/main"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xmlns:a="http://schemas.openxmlformats.org/drawingml/2006/main" noGrp="1"/>
          </p:cNvSpPr>
          <p:nvPr>
            <p:ph type="body" idx="52"/>
          </p:nvPr>
        </p:nvSpPr>
        <p:spPr>
          <a:xfrm xmlns:a="http://schemas.openxmlformats.org/drawingml/2006/main">
            <a:off x="6194020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 xmlns:a="http://schemas.openxmlformats.org/drawingml/2006/main"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xmlns:a="http://schemas.openxmlformats.org/drawingml/2006/main" noGrp="1"/>
          </p:cNvSpPr>
          <p:nvPr>
            <p:ph type="body" idx="53"/>
          </p:nvPr>
        </p:nvSpPr>
        <p:spPr>
          <a:xfrm xmlns:a="http://schemas.openxmlformats.org/drawingml/2006/main">
            <a:off x="6174664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 xmlns:a="http://schemas.openxmlformats.org/drawingml/2006/main"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xmlns:a="http://schemas.openxmlformats.org/drawingml/2006/main" noGrp="1"/>
          </p:cNvSpPr>
          <p:nvPr>
            <p:ph type="body" idx="54"/>
          </p:nvPr>
        </p:nvSpPr>
        <p:spPr>
          <a:xfrm xmlns:a="http://schemas.openxmlformats.org/drawingml/2006/main">
            <a:off x="6174664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32F8FA-9A0A-4FB5-B306-74D276C5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86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МОДЕЛЬ УЛУЧШАЕТ СИНТЕТИЧЕСКИЙ ПОДБОР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5425E8-947F-4B4E-B06D-5AF6FB3C9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381125"/>
            <a:ext cx="323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NDCG@5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4F84E2-E08B-4993-AD0D-E5736E9F7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Формула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2BD26C-4679-4D24-8BE9-5042B2C3E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90750"/>
            <a:ext cx="6051328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83D1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653FCD-8372-4FF5-81FC-1AB81736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9075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0,9774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600882-804F-4FA2-AA5E-69AD0C8B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Гибрид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CBB2B5-18BB-4FFB-A170-DE6BEE61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429000"/>
            <a:ext cx="6131814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158630-2A94-401D-A2B3-28EF7488D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2900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0,9904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7A6CAC-744A-4386-8655-A77C4E5EC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10572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5 120 обучающих пар · 1 280 валидационных · 1 920 тестовых</a:t>
            </a:r>
          </a:p>
          <a:p xmlns:a="http://schemas.openxmlformats.org/drawingml/2006/main">
            <a: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Разделение по потребностям и кандидатам. 60 тестовых подборок.</a:t>
            </a:r>
          </a:p>
          <a:p xmlns:a="http://schemas.openxmlformats.org/drawingml/2006/main">
            <a: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Метки синтетические: результат не доказывает качество реального найма.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08d299098d74b22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rPr>
                <a:solidFill>
                  <a:schemeClr val="accent5"/>
                </a:solidFill>
              </a:rPr>
              <a:t>10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" name="Рисунок 2">
            <a:extLst xmlns:a="http://schemas.openxmlformats.org/drawingml/2006/main">
              <a:ext uri="{FF2B5EF4-FFF2-40B4-BE49-F238E27FC236}">
                <a16:creationId xmlns:a16="http://schemas.microsoft.com/office/drawing/2014/main" id="{3D2D50A4-F98A-4A5D-A666-B99022C8614B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prstGeom xmlns:a="http://schemas.openxmlformats.org/drawingml/2006/main" prst="roundRect">
            <a:avLst>
              <a:gd name="adj" fmla="val 6127"/>
            </a:avLst>
          </a:prstGeom>
        </p:spPr>
      </p:sp>
      <p:sp>
        <p:nvSp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5D0B644D-D790-48C2-BC35-EDB0C7DDBBE4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prstGeom xmlns:a="http://schemas.openxmlformats.org/drawingml/2006/main" prst="roundRect">
            <a:avLst>
              <a:gd name="adj" fmla="val 11783"/>
            </a:avLst>
          </a:prstGeom>
        </p:spPr>
      </p:sp>
      <p:sp>
        <p:nvSpPr>
          <p:cNvPr id="5" name="Рисунок 4">
            <a:extLst xmlns:a="http://schemas.openxmlformats.org/drawingml/2006/main">
              <a:ext uri="{FF2B5EF4-FFF2-40B4-BE49-F238E27FC236}">
                <a16:creationId xmlns:a16="http://schemas.microsoft.com/office/drawing/2014/main" id="{EAAC3104-3761-4B60-BF27-9DB79C34457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prstGeom xmlns:a="http://schemas.openxmlformats.org/drawingml/2006/main" prst="roundRect">
            <a:avLst>
              <a:gd name="adj" fmla="val 7254"/>
            </a:avLst>
          </a:prstGeom>
        </p:spPr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prstGeom xmlns:a="http://schemas.openxmlformats.org/drawingml/2006/main" prst="roundRect">
            <a:avLst>
              <a:gd name="adj" fmla="val 10128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chemeClr val="accent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0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2775523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3A4509-03B7-4A6C-B9F6-CAC0FFAA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86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ЧТО ГОТОВО И ЧТО НУЖНО ДЛЯ ПИЛОТА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903208-97E3-4C91-B71F-D1FFA309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5095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Работающий прототип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FF03D3-5817-41C4-BD18-BCF4BF7D5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76500"/>
            <a:ext cx="5095875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Регистрация без письма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Профиль и PDF-резюме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Проверка выбранного грейда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Потребности и объяснимый подбор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Приглашения и адресный контакт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Вакансии, отклики, практика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32B5C8-1901-452D-B12C-C6BB14BBC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1619250"/>
            <a:ext cx="466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Следующий этап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4FE1D3-6B2E-4EE2-8711-1E499FD0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476500"/>
            <a:ext cx="46672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Официальный API ФСП и OIDC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Экспертная калибровка тестов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Разметка от работодателей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Проверка компаний и антифрод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Мониторинг и внешнее хранение копий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ATS, пилот и оценка результатов</a:t>
            </a:r>
          </a:p>
        </p:txBody>
      </p:sp>
    </p:spTree>
    <p:extLst>
      <p:ext uri="{BB962C8B-B14F-4D97-AF65-F5344CB8AC3E}">
        <p14:creationId xmlns:p14="http://schemas.microsoft.com/office/powerpoint/2010/main" val="2384268140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850276fe09249a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2" name="AutoShape 1">
            <a:extLst xmlns:a="http://schemas.openxmlformats.org/drawingml/2006/main">
              <a:ext uri="{FF2B5EF4-FFF2-40B4-BE49-F238E27FC236}">
                <a16:creationId xmlns:a16="http://schemas.microsoft.com/office/drawing/2014/main" id="{C5DD9855-9040-4A8E-8FC7-2A87D71D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50498" y="1149443"/>
            <a:ext cx="4266586" cy="2822929"/>
          </a:xfrm>
          <a:prstGeom xmlns:a="http://schemas.openxmlformats.org/drawingml/2006/main" prst="roundRect">
            <a:avLst>
              <a:gd name="adj" fmla="val 1292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  <a:effectLst xmlns:a="http://schemas.openxmlformats.org/drawingml/2006/main"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1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CA962FF-DEAF-450E-BAC9-2CBF039F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9124" y="1358784"/>
            <a:ext cx="4266587" cy="19982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14" name="AutoShape 3">
            <a:extLst xmlns:a="http://schemas.openxmlformats.org/drawingml/2006/main">
              <a:ext uri="{FF2B5EF4-FFF2-40B4-BE49-F238E27FC236}">
                <a16:creationId xmlns:a16="http://schemas.microsoft.com/office/drawing/2014/main" id="{29B32C08-05E5-455D-AB4B-FA780C0B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82205" y="1203365"/>
            <a:ext cx="1706634" cy="355244"/>
          </a:xfrm>
          <a:prstGeom xmlns:a="http://schemas.openxmlformats.org/drawingml/2006/main" prst="roundRect">
            <a:avLst>
              <a:gd name="adj" fmla="val 11986"/>
            </a:avLst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15" name="Oval 4">
            <a:extLst xmlns:a="http://schemas.openxmlformats.org/drawingml/2006/main">
              <a:ext uri="{FF2B5EF4-FFF2-40B4-BE49-F238E27FC236}">
                <a16:creationId xmlns:a16="http://schemas.microsoft.com/office/drawing/2014/main" id="{DB5DCAC2-FF8B-4D8A-8761-EF6BE6B4C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8574" y="1225567"/>
            <a:ext cx="60220" cy="6026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16" name="Oval 5">
            <a:extLst xmlns:a="http://schemas.openxmlformats.org/drawingml/2006/main">
              <a:ext uri="{FF2B5EF4-FFF2-40B4-BE49-F238E27FC236}">
                <a16:creationId xmlns:a16="http://schemas.microsoft.com/office/drawing/2014/main" id="{A18062AF-728F-4F67-A9EE-6DA3DC1E6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25239" y="1225567"/>
            <a:ext cx="60220" cy="6026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17" name="Oval 6">
            <a:extLst xmlns:a="http://schemas.openxmlformats.org/drawingml/2006/main">
              <a:ext uri="{FF2B5EF4-FFF2-40B4-BE49-F238E27FC236}">
                <a16:creationId xmlns:a16="http://schemas.microsoft.com/office/drawing/2014/main" id="{1F8B8CA3-31B9-4E3E-89F8-B823F31C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31903" y="1225567"/>
            <a:ext cx="60220" cy="6026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18" name="Rectangle 92">
            <a:extLst xmlns:a="http://schemas.openxmlformats.org/drawingml/2006/main">
              <a:ext uri="{FF2B5EF4-FFF2-40B4-BE49-F238E27FC236}">
                <a16:creationId xmlns:a16="http://schemas.microsoft.com/office/drawing/2014/main" id="{C40CC64C-4BDE-4B83-ACBA-76BBEC31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89263" y="1396846"/>
            <a:ext cx="3205451" cy="12687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 cap="flat">
            <a:solidFill>
              <a:srgbClr val="B3B3B3"/>
            </a:solidFill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22" name="Freeform 13">
            <a:extLst xmlns:a="http://schemas.openxmlformats.org/drawingml/2006/main">
              <a:ext uri="{FF2B5EF4-FFF2-40B4-BE49-F238E27FC236}">
                <a16:creationId xmlns:a16="http://schemas.microsoft.com/office/drawing/2014/main" id="{8251ED56-D5C4-4244-B7B8-9CC65D6F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10105" y="1203365"/>
            <a:ext cx="24455" cy="24472"/>
          </a:xfrm>
          <a:custGeom xmlns:a="http://schemas.openxmlformats.org/drawingml/2006/main">
            <a:gdLst>
              <a:gd name="T0" fmla="*/ 168 w 193"/>
              <a:gd name="T1" fmla="*/ 0 h 192"/>
              <a:gd name="T2" fmla="*/ 24 w 193"/>
              <a:gd name="T3" fmla="*/ 0 h 192"/>
              <a:gd name="T4" fmla="*/ 0 w 193"/>
              <a:gd name="T5" fmla="*/ 24 h 192"/>
              <a:gd name="T6" fmla="*/ 0 w 193"/>
              <a:gd name="T7" fmla="*/ 168 h 192"/>
              <a:gd name="T8" fmla="*/ 24 w 193"/>
              <a:gd name="T9" fmla="*/ 192 h 192"/>
              <a:gd name="T10" fmla="*/ 168 w 193"/>
              <a:gd name="T11" fmla="*/ 192 h 192"/>
              <a:gd name="T12" fmla="*/ 193 w 193"/>
              <a:gd name="T13" fmla="*/ 168 h 192"/>
              <a:gd name="T14" fmla="*/ 193 w 193"/>
              <a:gd name="T15" fmla="*/ 24 h 192"/>
              <a:gd name="T16" fmla="*/ 168 w 193"/>
              <a:gd name="T17" fmla="*/ 0 h 192"/>
            </a:gdLst>
            <a:rect l="0" t="0" r="r" b="b"/>
            <a:pathLst>
              <a:path w="193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2"/>
                  <a:pt x="11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2" y="192"/>
                  <a:pt x="193" y="182"/>
                  <a:pt x="193" y="168"/>
                </a:cubicBezTo>
                <a:cubicBezTo>
                  <a:pt x="193" y="24"/>
                  <a:pt x="193" y="24"/>
                  <a:pt x="193" y="24"/>
                </a:cubicBezTo>
                <a:cubicBezTo>
                  <a:pt x="193" y="11"/>
                  <a:pt x="182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23" name="Freeform 14">
            <a:extLst xmlns:a="http://schemas.openxmlformats.org/drawingml/2006/main">
              <a:ext uri="{FF2B5EF4-FFF2-40B4-BE49-F238E27FC236}">
                <a16:creationId xmlns:a16="http://schemas.microsoft.com/office/drawing/2014/main" id="{ECE11028-B7CA-451E-851D-176871A0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10105" y="1240208"/>
            <a:ext cx="24455" cy="24472"/>
          </a:xfrm>
          <a:custGeom xmlns:a="http://schemas.openxmlformats.org/drawingml/2006/main">
            <a:gdLst>
              <a:gd name="T0" fmla="*/ 168 w 193"/>
              <a:gd name="T1" fmla="*/ 0 h 192"/>
              <a:gd name="T2" fmla="*/ 24 w 193"/>
              <a:gd name="T3" fmla="*/ 0 h 192"/>
              <a:gd name="T4" fmla="*/ 0 w 193"/>
              <a:gd name="T5" fmla="*/ 24 h 192"/>
              <a:gd name="T6" fmla="*/ 0 w 193"/>
              <a:gd name="T7" fmla="*/ 168 h 192"/>
              <a:gd name="T8" fmla="*/ 24 w 193"/>
              <a:gd name="T9" fmla="*/ 192 h 192"/>
              <a:gd name="T10" fmla="*/ 168 w 193"/>
              <a:gd name="T11" fmla="*/ 192 h 192"/>
              <a:gd name="T12" fmla="*/ 193 w 193"/>
              <a:gd name="T13" fmla="*/ 168 h 192"/>
              <a:gd name="T14" fmla="*/ 193 w 193"/>
              <a:gd name="T15" fmla="*/ 24 h 192"/>
              <a:gd name="T16" fmla="*/ 168 w 193"/>
              <a:gd name="T17" fmla="*/ 0 h 192"/>
            </a:gdLst>
            <a:rect l="0" t="0" r="r" b="b"/>
            <a:pathLst>
              <a:path w="193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1"/>
                  <a:pt x="11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2" y="192"/>
                  <a:pt x="193" y="181"/>
                  <a:pt x="193" y="168"/>
                </a:cubicBezTo>
                <a:cubicBezTo>
                  <a:pt x="193" y="24"/>
                  <a:pt x="193" y="24"/>
                  <a:pt x="193" y="24"/>
                </a:cubicBezTo>
                <a:cubicBezTo>
                  <a:pt x="193" y="11"/>
                  <a:pt x="182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24" name="Freeform 15">
            <a:extLst xmlns:a="http://schemas.openxmlformats.org/drawingml/2006/main">
              <a:ext uri="{FF2B5EF4-FFF2-40B4-BE49-F238E27FC236}">
                <a16:creationId xmlns:a16="http://schemas.microsoft.com/office/drawing/2014/main" id="{C663966C-C5F6-4AF2-AC81-EF7A040B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10105" y="1276945"/>
            <a:ext cx="24455" cy="24634"/>
          </a:xfrm>
          <a:custGeom xmlns:a="http://schemas.openxmlformats.org/drawingml/2006/main">
            <a:gdLst>
              <a:gd name="T0" fmla="*/ 168 w 193"/>
              <a:gd name="T1" fmla="*/ 0 h 193"/>
              <a:gd name="T2" fmla="*/ 24 w 193"/>
              <a:gd name="T3" fmla="*/ 0 h 193"/>
              <a:gd name="T4" fmla="*/ 0 w 193"/>
              <a:gd name="T5" fmla="*/ 25 h 193"/>
              <a:gd name="T6" fmla="*/ 0 w 193"/>
              <a:gd name="T7" fmla="*/ 169 h 193"/>
              <a:gd name="T8" fmla="*/ 24 w 193"/>
              <a:gd name="T9" fmla="*/ 193 h 193"/>
              <a:gd name="T10" fmla="*/ 168 w 193"/>
              <a:gd name="T11" fmla="*/ 193 h 193"/>
              <a:gd name="T12" fmla="*/ 193 w 193"/>
              <a:gd name="T13" fmla="*/ 169 h 193"/>
              <a:gd name="T14" fmla="*/ 193 w 193"/>
              <a:gd name="T15" fmla="*/ 25 h 193"/>
              <a:gd name="T16" fmla="*/ 168 w 193"/>
              <a:gd name="T17" fmla="*/ 0 h 193"/>
            </a:gdLst>
            <a:rect l="0" t="0" r="r" b="b"/>
            <a:pathLst>
              <a:path w="193" h="193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5"/>
                </a:cubicBezTo>
                <a:cubicBezTo>
                  <a:pt x="0" y="169"/>
                  <a:pt x="0" y="169"/>
                  <a:pt x="0" y="169"/>
                </a:cubicBezTo>
                <a:cubicBezTo>
                  <a:pt x="0" y="182"/>
                  <a:pt x="11" y="193"/>
                  <a:pt x="24" y="193"/>
                </a:cubicBezTo>
                <a:cubicBezTo>
                  <a:pt x="168" y="193"/>
                  <a:pt x="168" y="193"/>
                  <a:pt x="168" y="193"/>
                </a:cubicBezTo>
                <a:cubicBezTo>
                  <a:pt x="182" y="193"/>
                  <a:pt x="193" y="182"/>
                  <a:pt x="193" y="169"/>
                </a:cubicBezTo>
                <a:cubicBezTo>
                  <a:pt x="193" y="25"/>
                  <a:pt x="193" y="25"/>
                  <a:pt x="193" y="25"/>
                </a:cubicBezTo>
                <a:cubicBezTo>
                  <a:pt x="193" y="11"/>
                  <a:pt x="182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25" name="Freeform 16">
            <a:extLst xmlns:a="http://schemas.openxmlformats.org/drawingml/2006/main">
              <a:ext uri="{FF2B5EF4-FFF2-40B4-BE49-F238E27FC236}">
                <a16:creationId xmlns:a16="http://schemas.microsoft.com/office/drawing/2014/main" id="{1231452A-2DB6-4628-B13E-989E3196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46734" y="1203365"/>
            <a:ext cx="24294" cy="24472"/>
          </a:xfrm>
          <a:custGeom xmlns:a="http://schemas.openxmlformats.org/drawingml/2006/main">
            <a:gdLst>
              <a:gd name="T0" fmla="*/ 168 w 192"/>
              <a:gd name="T1" fmla="*/ 0 h 192"/>
              <a:gd name="T2" fmla="*/ 24 w 192"/>
              <a:gd name="T3" fmla="*/ 0 h 192"/>
              <a:gd name="T4" fmla="*/ 0 w 192"/>
              <a:gd name="T5" fmla="*/ 24 h 192"/>
              <a:gd name="T6" fmla="*/ 0 w 192"/>
              <a:gd name="T7" fmla="*/ 168 h 192"/>
              <a:gd name="T8" fmla="*/ 24 w 192"/>
              <a:gd name="T9" fmla="*/ 192 h 192"/>
              <a:gd name="T10" fmla="*/ 168 w 192"/>
              <a:gd name="T11" fmla="*/ 192 h 192"/>
              <a:gd name="T12" fmla="*/ 192 w 192"/>
              <a:gd name="T13" fmla="*/ 168 h 192"/>
              <a:gd name="T14" fmla="*/ 192 w 192"/>
              <a:gd name="T15" fmla="*/ 24 h 192"/>
              <a:gd name="T16" fmla="*/ 168 w 192"/>
              <a:gd name="T17" fmla="*/ 0 h 192"/>
            </a:gdLst>
            <a:rect l="0" t="0" r="r" b="b"/>
            <a:pathLst>
              <a:path w="192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2"/>
                  <a:pt x="11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1" y="192"/>
                  <a:pt x="192" y="182"/>
                  <a:pt x="192" y="168"/>
                </a:cubicBezTo>
                <a:cubicBezTo>
                  <a:pt x="192" y="24"/>
                  <a:pt x="192" y="24"/>
                  <a:pt x="192" y="24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26" name="Freeform 17">
            <a:extLst xmlns:a="http://schemas.openxmlformats.org/drawingml/2006/main">
              <a:ext uri="{FF2B5EF4-FFF2-40B4-BE49-F238E27FC236}">
                <a16:creationId xmlns:a16="http://schemas.microsoft.com/office/drawing/2014/main" id="{02B5F533-7190-4486-800E-50B9DEE2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46734" y="1240208"/>
            <a:ext cx="24294" cy="24472"/>
          </a:xfrm>
          <a:custGeom xmlns:a="http://schemas.openxmlformats.org/drawingml/2006/main">
            <a:gdLst>
              <a:gd name="T0" fmla="*/ 168 w 192"/>
              <a:gd name="T1" fmla="*/ 0 h 192"/>
              <a:gd name="T2" fmla="*/ 24 w 192"/>
              <a:gd name="T3" fmla="*/ 0 h 192"/>
              <a:gd name="T4" fmla="*/ 0 w 192"/>
              <a:gd name="T5" fmla="*/ 24 h 192"/>
              <a:gd name="T6" fmla="*/ 0 w 192"/>
              <a:gd name="T7" fmla="*/ 168 h 192"/>
              <a:gd name="T8" fmla="*/ 24 w 192"/>
              <a:gd name="T9" fmla="*/ 192 h 192"/>
              <a:gd name="T10" fmla="*/ 168 w 192"/>
              <a:gd name="T11" fmla="*/ 192 h 192"/>
              <a:gd name="T12" fmla="*/ 192 w 192"/>
              <a:gd name="T13" fmla="*/ 168 h 192"/>
              <a:gd name="T14" fmla="*/ 192 w 192"/>
              <a:gd name="T15" fmla="*/ 24 h 192"/>
              <a:gd name="T16" fmla="*/ 168 w 192"/>
              <a:gd name="T17" fmla="*/ 0 h 192"/>
            </a:gdLst>
            <a:rect l="0" t="0" r="r" b="b"/>
            <a:pathLst>
              <a:path w="192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1"/>
                  <a:pt x="11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1" y="192"/>
                  <a:pt x="192" y="181"/>
                  <a:pt x="192" y="168"/>
                </a:cubicBezTo>
                <a:cubicBezTo>
                  <a:pt x="192" y="24"/>
                  <a:pt x="192" y="24"/>
                  <a:pt x="192" y="24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27" name="Freeform 18">
            <a:extLst xmlns:a="http://schemas.openxmlformats.org/drawingml/2006/main">
              <a:ext uri="{FF2B5EF4-FFF2-40B4-BE49-F238E27FC236}">
                <a16:creationId xmlns:a16="http://schemas.microsoft.com/office/drawing/2014/main" id="{E1197ACF-D4F7-4F4F-B51B-31BAB032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46734" y="1276945"/>
            <a:ext cx="24294" cy="24634"/>
          </a:xfrm>
          <a:custGeom xmlns:a="http://schemas.openxmlformats.org/drawingml/2006/main">
            <a:gdLst>
              <a:gd name="T0" fmla="*/ 168 w 192"/>
              <a:gd name="T1" fmla="*/ 0 h 193"/>
              <a:gd name="T2" fmla="*/ 24 w 192"/>
              <a:gd name="T3" fmla="*/ 0 h 193"/>
              <a:gd name="T4" fmla="*/ 0 w 192"/>
              <a:gd name="T5" fmla="*/ 25 h 193"/>
              <a:gd name="T6" fmla="*/ 0 w 192"/>
              <a:gd name="T7" fmla="*/ 169 h 193"/>
              <a:gd name="T8" fmla="*/ 24 w 192"/>
              <a:gd name="T9" fmla="*/ 193 h 193"/>
              <a:gd name="T10" fmla="*/ 168 w 192"/>
              <a:gd name="T11" fmla="*/ 193 h 193"/>
              <a:gd name="T12" fmla="*/ 192 w 192"/>
              <a:gd name="T13" fmla="*/ 169 h 193"/>
              <a:gd name="T14" fmla="*/ 192 w 192"/>
              <a:gd name="T15" fmla="*/ 25 h 193"/>
              <a:gd name="T16" fmla="*/ 168 w 192"/>
              <a:gd name="T17" fmla="*/ 0 h 193"/>
            </a:gdLst>
            <a:rect l="0" t="0" r="r" b="b"/>
            <a:pathLst>
              <a:path w="192" h="193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5"/>
                </a:cubicBezTo>
                <a:cubicBezTo>
                  <a:pt x="0" y="169"/>
                  <a:pt x="0" y="169"/>
                  <a:pt x="0" y="169"/>
                </a:cubicBezTo>
                <a:cubicBezTo>
                  <a:pt x="0" y="182"/>
                  <a:pt x="11" y="193"/>
                  <a:pt x="24" y="193"/>
                </a:cubicBezTo>
                <a:cubicBezTo>
                  <a:pt x="168" y="193"/>
                  <a:pt x="168" y="193"/>
                  <a:pt x="168" y="193"/>
                </a:cubicBezTo>
                <a:cubicBezTo>
                  <a:pt x="181" y="193"/>
                  <a:pt x="192" y="182"/>
                  <a:pt x="192" y="169"/>
                </a:cubicBezTo>
                <a:cubicBezTo>
                  <a:pt x="192" y="25"/>
                  <a:pt x="192" y="25"/>
                  <a:pt x="192" y="25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28" name="Freeform 19">
            <a:extLst xmlns:a="http://schemas.openxmlformats.org/drawingml/2006/main">
              <a:ext uri="{FF2B5EF4-FFF2-40B4-BE49-F238E27FC236}">
                <a16:creationId xmlns:a16="http://schemas.microsoft.com/office/drawing/2014/main" id="{305C916E-AA00-40D3-979E-8385C880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83310" y="1203365"/>
            <a:ext cx="24348" cy="24472"/>
          </a:xfrm>
          <a:custGeom xmlns:a="http://schemas.openxmlformats.org/drawingml/2006/main">
            <a:gdLst>
              <a:gd name="T0" fmla="*/ 168 w 192"/>
              <a:gd name="T1" fmla="*/ 0 h 192"/>
              <a:gd name="T2" fmla="*/ 24 w 192"/>
              <a:gd name="T3" fmla="*/ 0 h 192"/>
              <a:gd name="T4" fmla="*/ 0 w 192"/>
              <a:gd name="T5" fmla="*/ 24 h 192"/>
              <a:gd name="T6" fmla="*/ 0 w 192"/>
              <a:gd name="T7" fmla="*/ 168 h 192"/>
              <a:gd name="T8" fmla="*/ 24 w 192"/>
              <a:gd name="T9" fmla="*/ 192 h 192"/>
              <a:gd name="T10" fmla="*/ 168 w 192"/>
              <a:gd name="T11" fmla="*/ 192 h 192"/>
              <a:gd name="T12" fmla="*/ 192 w 192"/>
              <a:gd name="T13" fmla="*/ 168 h 192"/>
              <a:gd name="T14" fmla="*/ 192 w 192"/>
              <a:gd name="T15" fmla="*/ 24 h 192"/>
              <a:gd name="T16" fmla="*/ 168 w 192"/>
              <a:gd name="T17" fmla="*/ 0 h 192"/>
            </a:gdLst>
            <a:rect l="0" t="0" r="r" b="b"/>
            <a:pathLst>
              <a:path w="192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0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2"/>
                  <a:pt x="10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1" y="192"/>
                  <a:pt x="192" y="182"/>
                  <a:pt x="192" y="168"/>
                </a:cubicBezTo>
                <a:cubicBezTo>
                  <a:pt x="192" y="24"/>
                  <a:pt x="192" y="24"/>
                  <a:pt x="192" y="24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29" name="Freeform 20">
            <a:extLst xmlns:a="http://schemas.openxmlformats.org/drawingml/2006/main">
              <a:ext uri="{FF2B5EF4-FFF2-40B4-BE49-F238E27FC236}">
                <a16:creationId xmlns:a16="http://schemas.microsoft.com/office/drawing/2014/main" id="{606A4951-C43E-4D62-8601-77DAE03D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83310" y="1240208"/>
            <a:ext cx="24348" cy="24472"/>
          </a:xfrm>
          <a:custGeom xmlns:a="http://schemas.openxmlformats.org/drawingml/2006/main">
            <a:gdLst>
              <a:gd name="T0" fmla="*/ 168 w 192"/>
              <a:gd name="T1" fmla="*/ 0 h 192"/>
              <a:gd name="T2" fmla="*/ 24 w 192"/>
              <a:gd name="T3" fmla="*/ 0 h 192"/>
              <a:gd name="T4" fmla="*/ 0 w 192"/>
              <a:gd name="T5" fmla="*/ 24 h 192"/>
              <a:gd name="T6" fmla="*/ 0 w 192"/>
              <a:gd name="T7" fmla="*/ 168 h 192"/>
              <a:gd name="T8" fmla="*/ 24 w 192"/>
              <a:gd name="T9" fmla="*/ 192 h 192"/>
              <a:gd name="T10" fmla="*/ 168 w 192"/>
              <a:gd name="T11" fmla="*/ 192 h 192"/>
              <a:gd name="T12" fmla="*/ 192 w 192"/>
              <a:gd name="T13" fmla="*/ 168 h 192"/>
              <a:gd name="T14" fmla="*/ 192 w 192"/>
              <a:gd name="T15" fmla="*/ 24 h 192"/>
              <a:gd name="T16" fmla="*/ 168 w 192"/>
              <a:gd name="T17" fmla="*/ 0 h 192"/>
            </a:gdLst>
            <a:rect l="0" t="0" r="r" b="b"/>
            <a:pathLst>
              <a:path w="192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0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1"/>
                  <a:pt x="10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1" y="192"/>
                  <a:pt x="192" y="181"/>
                  <a:pt x="192" y="168"/>
                </a:cubicBezTo>
                <a:cubicBezTo>
                  <a:pt x="192" y="24"/>
                  <a:pt x="192" y="24"/>
                  <a:pt x="192" y="24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30" name="Freeform 21">
            <a:extLst xmlns:a="http://schemas.openxmlformats.org/drawingml/2006/main">
              <a:ext uri="{FF2B5EF4-FFF2-40B4-BE49-F238E27FC236}">
                <a16:creationId xmlns:a16="http://schemas.microsoft.com/office/drawing/2014/main" id="{E4DF5AB0-92B8-4555-8BFE-FEB94F35C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83310" y="1276945"/>
            <a:ext cx="24348" cy="24634"/>
          </a:xfrm>
          <a:custGeom xmlns:a="http://schemas.openxmlformats.org/drawingml/2006/main">
            <a:gdLst>
              <a:gd name="T0" fmla="*/ 168 w 192"/>
              <a:gd name="T1" fmla="*/ 0 h 193"/>
              <a:gd name="T2" fmla="*/ 24 w 192"/>
              <a:gd name="T3" fmla="*/ 0 h 193"/>
              <a:gd name="T4" fmla="*/ 0 w 192"/>
              <a:gd name="T5" fmla="*/ 25 h 193"/>
              <a:gd name="T6" fmla="*/ 0 w 192"/>
              <a:gd name="T7" fmla="*/ 169 h 193"/>
              <a:gd name="T8" fmla="*/ 24 w 192"/>
              <a:gd name="T9" fmla="*/ 193 h 193"/>
              <a:gd name="T10" fmla="*/ 168 w 192"/>
              <a:gd name="T11" fmla="*/ 193 h 193"/>
              <a:gd name="T12" fmla="*/ 192 w 192"/>
              <a:gd name="T13" fmla="*/ 169 h 193"/>
              <a:gd name="T14" fmla="*/ 192 w 192"/>
              <a:gd name="T15" fmla="*/ 25 h 193"/>
              <a:gd name="T16" fmla="*/ 168 w 192"/>
              <a:gd name="T17" fmla="*/ 0 h 193"/>
            </a:gdLst>
            <a:rect l="0" t="0" r="r" b="b"/>
            <a:pathLst>
              <a:path w="192" h="193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0" y="0"/>
                  <a:pt x="0" y="11"/>
                  <a:pt x="0" y="25"/>
                </a:cubicBezTo>
                <a:cubicBezTo>
                  <a:pt x="0" y="169"/>
                  <a:pt x="0" y="169"/>
                  <a:pt x="0" y="169"/>
                </a:cubicBezTo>
                <a:cubicBezTo>
                  <a:pt x="0" y="182"/>
                  <a:pt x="10" y="193"/>
                  <a:pt x="24" y="193"/>
                </a:cubicBezTo>
                <a:cubicBezTo>
                  <a:pt x="168" y="193"/>
                  <a:pt x="168" y="193"/>
                  <a:pt x="168" y="193"/>
                </a:cubicBezTo>
                <a:cubicBezTo>
                  <a:pt x="181" y="193"/>
                  <a:pt x="192" y="182"/>
                  <a:pt x="192" y="169"/>
                </a:cubicBezTo>
                <a:cubicBezTo>
                  <a:pt x="192" y="25"/>
                  <a:pt x="192" y="25"/>
                  <a:pt x="192" y="25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20" name="Freeform 25">
            <a:extLst xmlns:a="http://schemas.openxmlformats.org/drawingml/2006/main">
              <a:ext uri="{FF2B5EF4-FFF2-40B4-BE49-F238E27FC236}">
                <a16:creationId xmlns:a16="http://schemas.microsoft.com/office/drawing/2014/main" id="{C904AC4F-21D6-40FC-874A-C69831B8A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 flipH="0" flipV="0">
            <a:off x="5211808" y="1416310"/>
            <a:ext cx="92256" cy="81375"/>
          </a:xfrm>
          <a:custGeom xmlns:a="http://schemas.openxmlformats.org/drawingml/2006/main">
            <a:gdLst>
              <a:gd name="T0" fmla="*/ 504 w 896"/>
              <a:gd name="T1" fmla="*/ 0 h 784"/>
              <a:gd name="T2" fmla="*/ 116 w 896"/>
              <a:gd name="T3" fmla="*/ 336 h 784"/>
              <a:gd name="T4" fmla="*/ 0 w 896"/>
              <a:gd name="T5" fmla="*/ 336 h 784"/>
              <a:gd name="T6" fmla="*/ 168 w 896"/>
              <a:gd name="T7" fmla="*/ 560 h 784"/>
              <a:gd name="T8" fmla="*/ 336 w 896"/>
              <a:gd name="T9" fmla="*/ 336 h 784"/>
              <a:gd name="T10" fmla="*/ 230 w 896"/>
              <a:gd name="T11" fmla="*/ 336 h 784"/>
              <a:gd name="T12" fmla="*/ 504 w 896"/>
              <a:gd name="T13" fmla="*/ 112 h 784"/>
              <a:gd name="T14" fmla="*/ 784 w 896"/>
              <a:gd name="T15" fmla="*/ 392 h 784"/>
              <a:gd name="T16" fmla="*/ 504 w 896"/>
              <a:gd name="T17" fmla="*/ 672 h 784"/>
              <a:gd name="T18" fmla="*/ 504 w 896"/>
              <a:gd name="T19" fmla="*/ 784 h 784"/>
              <a:gd name="T20" fmla="*/ 896 w 896"/>
              <a:gd name="T21" fmla="*/ 392 h 784"/>
              <a:gd name="T22" fmla="*/ 504 w 896"/>
              <a:gd name="T23" fmla="*/ 0 h 784"/>
            </a:gdLst>
            <a:rect l="0" t="0" r="r" b="b"/>
            <a:pathLst>
              <a:path w="896" h="784">
                <a:moveTo>
                  <a:pt x="504" y="0"/>
                </a:moveTo>
                <a:cubicBezTo>
                  <a:pt x="307" y="0"/>
                  <a:pt x="144" y="146"/>
                  <a:pt x="116" y="336"/>
                </a:cubicBezTo>
                <a:cubicBezTo>
                  <a:pt x="0" y="336"/>
                  <a:pt x="0" y="336"/>
                  <a:pt x="0" y="336"/>
                </a:cubicBezTo>
                <a:cubicBezTo>
                  <a:pt x="168" y="560"/>
                  <a:pt x="168" y="560"/>
                  <a:pt x="168" y="560"/>
                </a:cubicBezTo>
                <a:cubicBezTo>
                  <a:pt x="336" y="336"/>
                  <a:pt x="336" y="336"/>
                  <a:pt x="336" y="336"/>
                </a:cubicBezTo>
                <a:cubicBezTo>
                  <a:pt x="230" y="336"/>
                  <a:pt x="230" y="336"/>
                  <a:pt x="230" y="336"/>
                </a:cubicBezTo>
                <a:cubicBezTo>
                  <a:pt x="256" y="208"/>
                  <a:pt x="369" y="112"/>
                  <a:pt x="504" y="112"/>
                </a:cubicBezTo>
                <a:cubicBezTo>
                  <a:pt x="658" y="112"/>
                  <a:pt x="784" y="238"/>
                  <a:pt x="784" y="392"/>
                </a:cubicBezTo>
                <a:cubicBezTo>
                  <a:pt x="784" y="546"/>
                  <a:pt x="658" y="672"/>
                  <a:pt x="504" y="672"/>
                </a:cubicBezTo>
                <a:cubicBezTo>
                  <a:pt x="504" y="784"/>
                  <a:pt x="504" y="784"/>
                  <a:pt x="504" y="784"/>
                </a:cubicBezTo>
                <a:cubicBezTo>
                  <a:pt x="721" y="784"/>
                  <a:pt x="896" y="609"/>
                  <a:pt x="896" y="392"/>
                </a:cubicBezTo>
                <a:cubicBezTo>
                  <a:pt x="896" y="175"/>
                  <a:pt x="721" y="0"/>
                  <a:pt x="504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21" name="Oval 6">
            <a:extLst xmlns:a="http://schemas.openxmlformats.org/drawingml/2006/main">
              <a:ext uri="{FF2B5EF4-FFF2-40B4-BE49-F238E27FC236}">
                <a16:creationId xmlns:a16="http://schemas.microsoft.com/office/drawing/2014/main" id="{008AEF74-0CB4-4F9D-941F-B3FDCFD4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43769" y="1225567"/>
            <a:ext cx="60220" cy="6026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5"/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FF43D9F-F201-460A-B5AB-10C4C6323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05596" y="1340551"/>
            <a:ext cx="129571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>
            <a:defPPr>
              <a:defRPr sz="900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900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github.com/ArtycoBW/-</a:t>
            </a:r>
          </a:p>
        </p:txBody>
      </p:sp>
      <p:sp>
        <p:nvSpPr>
          <p:cNvPr id="11" name="Freeform 29">
            <a:extLst xmlns:a="http://schemas.openxmlformats.org/drawingml/2006/main">
              <a:ext uri="{FF2B5EF4-FFF2-40B4-BE49-F238E27FC236}">
                <a16:creationId xmlns:a16="http://schemas.microsoft.com/office/drawing/2014/main" id="{773BAD95-B78D-42DD-A801-8B84C3BF5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29513" y="1425286"/>
            <a:ext cx="72445" cy="73024"/>
          </a:xfrm>
          <a:custGeom xmlns:a="http://schemas.openxmlformats.org/drawingml/2006/main">
            <a:gdLst>
              <a:gd name="T0" fmla="*/ 0 w 636"/>
              <a:gd name="T1" fmla="*/ 318 h 636"/>
              <a:gd name="T2" fmla="*/ 636 w 636"/>
              <a:gd name="T3" fmla="*/ 318 h 636"/>
              <a:gd name="T4" fmla="*/ 594 w 636"/>
              <a:gd name="T5" fmla="*/ 308 h 636"/>
              <a:gd name="T6" fmla="*/ 448 w 636"/>
              <a:gd name="T7" fmla="*/ 179 h 636"/>
              <a:gd name="T8" fmla="*/ 594 w 636"/>
              <a:gd name="T9" fmla="*/ 308 h 636"/>
              <a:gd name="T10" fmla="*/ 223 w 636"/>
              <a:gd name="T11" fmla="*/ 486 h 636"/>
              <a:gd name="T12" fmla="*/ 308 w 636"/>
              <a:gd name="T13" fmla="*/ 594 h 636"/>
              <a:gd name="T14" fmla="*/ 329 w 636"/>
              <a:gd name="T15" fmla="*/ 42 h 636"/>
              <a:gd name="T16" fmla="*/ 328 w 636"/>
              <a:gd name="T17" fmla="*/ 184 h 636"/>
              <a:gd name="T18" fmla="*/ 329 w 636"/>
              <a:gd name="T19" fmla="*/ 42 h 636"/>
              <a:gd name="T20" fmla="*/ 510 w 636"/>
              <a:gd name="T21" fmla="*/ 119 h 636"/>
              <a:gd name="T22" fmla="*/ 363 w 636"/>
              <a:gd name="T23" fmla="*/ 45 h 636"/>
              <a:gd name="T24" fmla="*/ 308 w 636"/>
              <a:gd name="T25" fmla="*/ 184 h 636"/>
              <a:gd name="T26" fmla="*/ 307 w 636"/>
              <a:gd name="T27" fmla="*/ 42 h 636"/>
              <a:gd name="T28" fmla="*/ 196 w 636"/>
              <a:gd name="T29" fmla="*/ 160 h 636"/>
              <a:gd name="T30" fmla="*/ 273 w 636"/>
              <a:gd name="T31" fmla="*/ 45 h 636"/>
              <a:gd name="T32" fmla="*/ 207 w 636"/>
              <a:gd name="T33" fmla="*/ 186 h 636"/>
              <a:gd name="T34" fmla="*/ 308 w 636"/>
              <a:gd name="T35" fmla="*/ 308 h 636"/>
              <a:gd name="T36" fmla="*/ 207 w 636"/>
              <a:gd name="T37" fmla="*/ 186 h 636"/>
              <a:gd name="T38" fmla="*/ 308 w 636"/>
              <a:gd name="T39" fmla="*/ 452 h 636"/>
              <a:gd name="T40" fmla="*/ 185 w 636"/>
              <a:gd name="T41" fmla="*/ 328 h 636"/>
              <a:gd name="T42" fmla="*/ 273 w 636"/>
              <a:gd name="T43" fmla="*/ 591 h 636"/>
              <a:gd name="T44" fmla="*/ 204 w 636"/>
              <a:gd name="T45" fmla="*/ 493 h 636"/>
              <a:gd name="T46" fmla="*/ 328 w 636"/>
              <a:gd name="T47" fmla="*/ 594 h 636"/>
              <a:gd name="T48" fmla="*/ 413 w 636"/>
              <a:gd name="T49" fmla="*/ 486 h 636"/>
              <a:gd name="T50" fmla="*/ 328 w 636"/>
              <a:gd name="T51" fmla="*/ 594 h 636"/>
              <a:gd name="T52" fmla="*/ 498 w 636"/>
              <a:gd name="T53" fmla="*/ 528 h 636"/>
              <a:gd name="T54" fmla="*/ 432 w 636"/>
              <a:gd name="T55" fmla="*/ 493 h 636"/>
              <a:gd name="T56" fmla="*/ 328 w 636"/>
              <a:gd name="T57" fmla="*/ 452 h 636"/>
              <a:gd name="T58" fmla="*/ 451 w 636"/>
              <a:gd name="T59" fmla="*/ 328 h 636"/>
              <a:gd name="T60" fmla="*/ 328 w 636"/>
              <a:gd name="T61" fmla="*/ 308 h 636"/>
              <a:gd name="T62" fmla="*/ 429 w 636"/>
              <a:gd name="T63" fmla="*/ 186 h 636"/>
              <a:gd name="T64" fmla="*/ 328 w 636"/>
              <a:gd name="T65" fmla="*/ 308 h 636"/>
              <a:gd name="T66" fmla="*/ 188 w 636"/>
              <a:gd name="T67" fmla="*/ 179 h 636"/>
              <a:gd name="T68" fmla="*/ 42 w 636"/>
              <a:gd name="T69" fmla="*/ 308 h 636"/>
              <a:gd name="T70" fmla="*/ 42 w 636"/>
              <a:gd name="T71" fmla="*/ 328 h 636"/>
              <a:gd name="T72" fmla="*/ 195 w 636"/>
              <a:gd name="T73" fmla="*/ 475 h 636"/>
              <a:gd name="T74" fmla="*/ 42 w 636"/>
              <a:gd name="T75" fmla="*/ 328 h 636"/>
              <a:gd name="T76" fmla="*/ 441 w 636"/>
              <a:gd name="T77" fmla="*/ 475 h 636"/>
              <a:gd name="T78" fmla="*/ 594 w 636"/>
              <a:gd name="T79" fmla="*/ 328 h 636"/>
            </a:gdLst>
            <a:rect l="0" t="0" r="r" b="b"/>
            <a:pathLst>
              <a:path w="636" h="636">
                <a:moveTo>
                  <a:pt x="318" y="0"/>
                </a:moveTo>
                <a:cubicBezTo>
                  <a:pt x="142" y="0"/>
                  <a:pt x="0" y="142"/>
                  <a:pt x="0" y="318"/>
                </a:cubicBezTo>
                <a:cubicBezTo>
                  <a:pt x="0" y="494"/>
                  <a:pt x="142" y="636"/>
                  <a:pt x="318" y="636"/>
                </a:cubicBezTo>
                <a:cubicBezTo>
                  <a:pt x="494" y="636"/>
                  <a:pt x="636" y="494"/>
                  <a:pt x="636" y="318"/>
                </a:cubicBezTo>
                <a:cubicBezTo>
                  <a:pt x="636" y="142"/>
                  <a:pt x="494" y="0"/>
                  <a:pt x="318" y="0"/>
                </a:cubicBezTo>
                <a:close/>
                <a:moveTo>
                  <a:pt x="594" y="308"/>
                </a:moveTo>
                <a:cubicBezTo>
                  <a:pt x="471" y="308"/>
                  <a:pt x="471" y="308"/>
                  <a:pt x="471" y="308"/>
                </a:cubicBezTo>
                <a:cubicBezTo>
                  <a:pt x="470" y="262"/>
                  <a:pt x="462" y="219"/>
                  <a:pt x="448" y="179"/>
                </a:cubicBezTo>
                <a:cubicBezTo>
                  <a:pt x="476" y="168"/>
                  <a:pt x="501" y="152"/>
                  <a:pt x="525" y="134"/>
                </a:cubicBezTo>
                <a:cubicBezTo>
                  <a:pt x="566" y="181"/>
                  <a:pt x="592" y="241"/>
                  <a:pt x="594" y="308"/>
                </a:cubicBezTo>
                <a:close/>
                <a:moveTo>
                  <a:pt x="307" y="594"/>
                </a:moveTo>
                <a:cubicBezTo>
                  <a:pt x="273" y="566"/>
                  <a:pt x="244" y="529"/>
                  <a:pt x="223" y="486"/>
                </a:cubicBezTo>
                <a:cubicBezTo>
                  <a:pt x="250" y="478"/>
                  <a:pt x="278" y="473"/>
                  <a:pt x="308" y="472"/>
                </a:cubicBezTo>
                <a:cubicBezTo>
                  <a:pt x="308" y="594"/>
                  <a:pt x="308" y="594"/>
                  <a:pt x="308" y="594"/>
                </a:cubicBezTo>
                <a:cubicBezTo>
                  <a:pt x="307" y="594"/>
                  <a:pt x="307" y="594"/>
                  <a:pt x="307" y="594"/>
                </a:cubicBezTo>
                <a:close/>
                <a:moveTo>
                  <a:pt x="329" y="42"/>
                </a:moveTo>
                <a:cubicBezTo>
                  <a:pt x="368" y="74"/>
                  <a:pt x="400" y="117"/>
                  <a:pt x="421" y="167"/>
                </a:cubicBezTo>
                <a:cubicBezTo>
                  <a:pt x="392" y="177"/>
                  <a:pt x="361" y="183"/>
                  <a:pt x="328" y="184"/>
                </a:cubicBezTo>
                <a:cubicBezTo>
                  <a:pt x="328" y="42"/>
                  <a:pt x="328" y="42"/>
                  <a:pt x="328" y="42"/>
                </a:cubicBezTo>
                <a:cubicBezTo>
                  <a:pt x="329" y="42"/>
                  <a:pt x="329" y="42"/>
                  <a:pt x="329" y="42"/>
                </a:cubicBezTo>
                <a:close/>
                <a:moveTo>
                  <a:pt x="363" y="45"/>
                </a:moveTo>
                <a:cubicBezTo>
                  <a:pt x="420" y="55"/>
                  <a:pt x="471" y="81"/>
                  <a:pt x="510" y="119"/>
                </a:cubicBezTo>
                <a:cubicBezTo>
                  <a:pt x="489" y="136"/>
                  <a:pt x="466" y="150"/>
                  <a:pt x="440" y="160"/>
                </a:cubicBezTo>
                <a:cubicBezTo>
                  <a:pt x="421" y="116"/>
                  <a:pt x="395" y="77"/>
                  <a:pt x="363" y="45"/>
                </a:cubicBezTo>
                <a:close/>
                <a:moveTo>
                  <a:pt x="308" y="42"/>
                </a:moveTo>
                <a:cubicBezTo>
                  <a:pt x="308" y="184"/>
                  <a:pt x="308" y="184"/>
                  <a:pt x="308" y="184"/>
                </a:cubicBezTo>
                <a:cubicBezTo>
                  <a:pt x="275" y="183"/>
                  <a:pt x="244" y="177"/>
                  <a:pt x="215" y="167"/>
                </a:cubicBezTo>
                <a:cubicBezTo>
                  <a:pt x="236" y="117"/>
                  <a:pt x="268" y="74"/>
                  <a:pt x="307" y="42"/>
                </a:cubicBezTo>
                <a:cubicBezTo>
                  <a:pt x="307" y="42"/>
                  <a:pt x="307" y="42"/>
                  <a:pt x="308" y="42"/>
                </a:cubicBezTo>
                <a:close/>
                <a:moveTo>
                  <a:pt x="196" y="160"/>
                </a:moveTo>
                <a:cubicBezTo>
                  <a:pt x="171" y="150"/>
                  <a:pt x="147" y="136"/>
                  <a:pt x="126" y="119"/>
                </a:cubicBezTo>
                <a:cubicBezTo>
                  <a:pt x="165" y="81"/>
                  <a:pt x="216" y="55"/>
                  <a:pt x="273" y="45"/>
                </a:cubicBezTo>
                <a:cubicBezTo>
                  <a:pt x="241" y="77"/>
                  <a:pt x="215" y="116"/>
                  <a:pt x="196" y="160"/>
                </a:cubicBezTo>
                <a:close/>
                <a:moveTo>
                  <a:pt x="207" y="186"/>
                </a:moveTo>
                <a:cubicBezTo>
                  <a:pt x="239" y="197"/>
                  <a:pt x="273" y="204"/>
                  <a:pt x="308" y="205"/>
                </a:cubicBezTo>
                <a:cubicBezTo>
                  <a:pt x="308" y="308"/>
                  <a:pt x="308" y="308"/>
                  <a:pt x="308" y="308"/>
                </a:cubicBezTo>
                <a:cubicBezTo>
                  <a:pt x="185" y="308"/>
                  <a:pt x="185" y="308"/>
                  <a:pt x="185" y="308"/>
                </a:cubicBezTo>
                <a:cubicBezTo>
                  <a:pt x="186" y="265"/>
                  <a:pt x="194" y="224"/>
                  <a:pt x="207" y="186"/>
                </a:cubicBezTo>
                <a:close/>
                <a:moveTo>
                  <a:pt x="308" y="328"/>
                </a:moveTo>
                <a:cubicBezTo>
                  <a:pt x="308" y="452"/>
                  <a:pt x="308" y="452"/>
                  <a:pt x="308" y="452"/>
                </a:cubicBezTo>
                <a:cubicBezTo>
                  <a:pt x="275" y="453"/>
                  <a:pt x="244" y="458"/>
                  <a:pt x="215" y="468"/>
                </a:cubicBezTo>
                <a:cubicBezTo>
                  <a:pt x="197" y="425"/>
                  <a:pt x="186" y="378"/>
                  <a:pt x="185" y="328"/>
                </a:cubicBezTo>
                <a:lnTo>
                  <a:pt x="308" y="328"/>
                </a:lnTo>
                <a:close/>
                <a:moveTo>
                  <a:pt x="273" y="591"/>
                </a:moveTo>
                <a:cubicBezTo>
                  <a:pt x="222" y="582"/>
                  <a:pt x="176" y="560"/>
                  <a:pt x="138" y="528"/>
                </a:cubicBezTo>
                <a:cubicBezTo>
                  <a:pt x="158" y="514"/>
                  <a:pt x="180" y="502"/>
                  <a:pt x="204" y="493"/>
                </a:cubicBezTo>
                <a:cubicBezTo>
                  <a:pt x="222" y="531"/>
                  <a:pt x="245" y="563"/>
                  <a:pt x="273" y="591"/>
                </a:cubicBezTo>
                <a:close/>
                <a:moveTo>
                  <a:pt x="328" y="594"/>
                </a:moveTo>
                <a:cubicBezTo>
                  <a:pt x="328" y="472"/>
                  <a:pt x="328" y="472"/>
                  <a:pt x="328" y="472"/>
                </a:cubicBezTo>
                <a:cubicBezTo>
                  <a:pt x="358" y="473"/>
                  <a:pt x="386" y="478"/>
                  <a:pt x="413" y="486"/>
                </a:cubicBezTo>
                <a:cubicBezTo>
                  <a:pt x="392" y="529"/>
                  <a:pt x="363" y="566"/>
                  <a:pt x="329" y="594"/>
                </a:cubicBezTo>
                <a:cubicBezTo>
                  <a:pt x="329" y="594"/>
                  <a:pt x="329" y="594"/>
                  <a:pt x="328" y="594"/>
                </a:cubicBezTo>
                <a:close/>
                <a:moveTo>
                  <a:pt x="432" y="493"/>
                </a:moveTo>
                <a:cubicBezTo>
                  <a:pt x="456" y="502"/>
                  <a:pt x="478" y="514"/>
                  <a:pt x="498" y="528"/>
                </a:cubicBezTo>
                <a:cubicBezTo>
                  <a:pt x="460" y="560"/>
                  <a:pt x="414" y="582"/>
                  <a:pt x="363" y="591"/>
                </a:cubicBezTo>
                <a:cubicBezTo>
                  <a:pt x="391" y="563"/>
                  <a:pt x="414" y="531"/>
                  <a:pt x="432" y="493"/>
                </a:cubicBezTo>
                <a:close/>
                <a:moveTo>
                  <a:pt x="421" y="468"/>
                </a:moveTo>
                <a:cubicBezTo>
                  <a:pt x="392" y="458"/>
                  <a:pt x="361" y="453"/>
                  <a:pt x="328" y="452"/>
                </a:cubicBezTo>
                <a:cubicBezTo>
                  <a:pt x="328" y="328"/>
                  <a:pt x="328" y="328"/>
                  <a:pt x="328" y="328"/>
                </a:cubicBezTo>
                <a:cubicBezTo>
                  <a:pt x="451" y="328"/>
                  <a:pt x="451" y="328"/>
                  <a:pt x="451" y="328"/>
                </a:cubicBezTo>
                <a:cubicBezTo>
                  <a:pt x="450" y="378"/>
                  <a:pt x="439" y="425"/>
                  <a:pt x="421" y="468"/>
                </a:cubicBezTo>
                <a:close/>
                <a:moveTo>
                  <a:pt x="328" y="308"/>
                </a:moveTo>
                <a:cubicBezTo>
                  <a:pt x="328" y="205"/>
                  <a:pt x="328" y="205"/>
                  <a:pt x="328" y="205"/>
                </a:cubicBezTo>
                <a:cubicBezTo>
                  <a:pt x="363" y="204"/>
                  <a:pt x="397" y="197"/>
                  <a:pt x="429" y="186"/>
                </a:cubicBezTo>
                <a:cubicBezTo>
                  <a:pt x="442" y="224"/>
                  <a:pt x="450" y="265"/>
                  <a:pt x="451" y="308"/>
                </a:cubicBezTo>
                <a:lnTo>
                  <a:pt x="328" y="308"/>
                </a:lnTo>
                <a:close/>
                <a:moveTo>
                  <a:pt x="111" y="134"/>
                </a:moveTo>
                <a:cubicBezTo>
                  <a:pt x="135" y="152"/>
                  <a:pt x="160" y="168"/>
                  <a:pt x="188" y="179"/>
                </a:cubicBezTo>
                <a:cubicBezTo>
                  <a:pt x="174" y="219"/>
                  <a:pt x="166" y="262"/>
                  <a:pt x="165" y="308"/>
                </a:cubicBezTo>
                <a:cubicBezTo>
                  <a:pt x="42" y="308"/>
                  <a:pt x="42" y="308"/>
                  <a:pt x="42" y="308"/>
                </a:cubicBezTo>
                <a:cubicBezTo>
                  <a:pt x="44" y="241"/>
                  <a:pt x="70" y="181"/>
                  <a:pt x="111" y="134"/>
                </a:cubicBezTo>
                <a:close/>
                <a:moveTo>
                  <a:pt x="42" y="328"/>
                </a:moveTo>
                <a:cubicBezTo>
                  <a:pt x="165" y="328"/>
                  <a:pt x="165" y="328"/>
                  <a:pt x="165" y="328"/>
                </a:cubicBezTo>
                <a:cubicBezTo>
                  <a:pt x="166" y="381"/>
                  <a:pt x="177" y="430"/>
                  <a:pt x="195" y="475"/>
                </a:cubicBezTo>
                <a:cubicBezTo>
                  <a:pt x="169" y="485"/>
                  <a:pt x="145" y="498"/>
                  <a:pt x="123" y="514"/>
                </a:cubicBezTo>
                <a:cubicBezTo>
                  <a:pt x="75" y="466"/>
                  <a:pt x="44" y="401"/>
                  <a:pt x="42" y="328"/>
                </a:cubicBezTo>
                <a:close/>
                <a:moveTo>
                  <a:pt x="513" y="514"/>
                </a:moveTo>
                <a:cubicBezTo>
                  <a:pt x="491" y="498"/>
                  <a:pt x="467" y="485"/>
                  <a:pt x="441" y="475"/>
                </a:cubicBezTo>
                <a:cubicBezTo>
                  <a:pt x="459" y="430"/>
                  <a:pt x="470" y="381"/>
                  <a:pt x="471" y="328"/>
                </a:cubicBezTo>
                <a:cubicBezTo>
                  <a:pt x="594" y="328"/>
                  <a:pt x="594" y="328"/>
                  <a:pt x="594" y="328"/>
                </a:cubicBezTo>
                <a:cubicBezTo>
                  <a:pt x="592" y="401"/>
                  <a:pt x="561" y="466"/>
                  <a:pt x="513" y="514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35" name="AutoShape 1">
            <a:extLst xmlns:a="http://schemas.openxmlformats.org/drawingml/2006/main">
              <a:ext uri="{FF2B5EF4-FFF2-40B4-BE49-F238E27FC236}">
                <a16:creationId xmlns:a16="http://schemas.microsoft.com/office/drawing/2014/main" id="{48F16F12-B004-4ABE-AAA8-42D597EF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795396" y="1149443"/>
            <a:ext cx="4266586" cy="2822929"/>
          </a:xfrm>
          <a:prstGeom xmlns:a="http://schemas.openxmlformats.org/drawingml/2006/main" prst="roundRect">
            <a:avLst>
              <a:gd name="adj" fmla="val 1292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  <a:effectLst xmlns:a="http://schemas.openxmlformats.org/drawingml/2006/main"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36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2CE4B65-6103-4C38-92A7-2A427C04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794022" y="1358784"/>
            <a:ext cx="4266587" cy="19982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37" name="AutoShape 3">
            <a:extLst xmlns:a="http://schemas.openxmlformats.org/drawingml/2006/main">
              <a:ext uri="{FF2B5EF4-FFF2-40B4-BE49-F238E27FC236}">
                <a16:creationId xmlns:a16="http://schemas.microsoft.com/office/drawing/2014/main" id="{297699FF-7AA4-40F4-81BC-DF7B89B3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427103" y="1203365"/>
            <a:ext cx="1706634" cy="355244"/>
          </a:xfrm>
          <a:prstGeom xmlns:a="http://schemas.openxmlformats.org/drawingml/2006/main" prst="roundRect">
            <a:avLst>
              <a:gd name="adj" fmla="val 11986"/>
            </a:avLst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38" name="Oval 4">
            <a:extLst xmlns:a="http://schemas.openxmlformats.org/drawingml/2006/main">
              <a:ext uri="{FF2B5EF4-FFF2-40B4-BE49-F238E27FC236}">
                <a16:creationId xmlns:a16="http://schemas.microsoft.com/office/drawing/2014/main" id="{D68B6E0E-D3C7-4493-A31B-8207DAE9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63472" y="1225567"/>
            <a:ext cx="60220" cy="6026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39" name="Oval 5">
            <a:extLst xmlns:a="http://schemas.openxmlformats.org/drawingml/2006/main">
              <a:ext uri="{FF2B5EF4-FFF2-40B4-BE49-F238E27FC236}">
                <a16:creationId xmlns:a16="http://schemas.microsoft.com/office/drawing/2014/main" id="{AA3A8A3A-E81C-4F16-9EA2-9F11A977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70137" y="1225567"/>
            <a:ext cx="60220" cy="6026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40" name="Oval 6">
            <a:extLst xmlns:a="http://schemas.openxmlformats.org/drawingml/2006/main">
              <a:ext uri="{FF2B5EF4-FFF2-40B4-BE49-F238E27FC236}">
                <a16:creationId xmlns:a16="http://schemas.microsoft.com/office/drawing/2014/main" id="{539165D2-E0B0-4B91-BDF2-5FF535A72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76801" y="1225567"/>
            <a:ext cx="60220" cy="6026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41" name="Rectangle 92">
            <a:extLst xmlns:a="http://schemas.openxmlformats.org/drawingml/2006/main">
              <a:ext uri="{FF2B5EF4-FFF2-40B4-BE49-F238E27FC236}">
                <a16:creationId xmlns:a16="http://schemas.microsoft.com/office/drawing/2014/main" id="{B58995FD-774E-443F-8F74-D69C353C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534161" y="1396846"/>
            <a:ext cx="3205451" cy="12687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 cap="flat">
            <a:solidFill>
              <a:srgbClr val="B3B3B3"/>
            </a:solidFill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45" name="Freeform 13">
            <a:extLst xmlns:a="http://schemas.openxmlformats.org/drawingml/2006/main">
              <a:ext uri="{FF2B5EF4-FFF2-40B4-BE49-F238E27FC236}">
                <a16:creationId xmlns:a16="http://schemas.microsoft.com/office/drawing/2014/main" id="{2EE8F120-DDD5-495E-8097-10825D0A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55003" y="1203365"/>
            <a:ext cx="24455" cy="24472"/>
          </a:xfrm>
          <a:custGeom xmlns:a="http://schemas.openxmlformats.org/drawingml/2006/main">
            <a:gdLst>
              <a:gd name="T0" fmla="*/ 168 w 193"/>
              <a:gd name="T1" fmla="*/ 0 h 192"/>
              <a:gd name="T2" fmla="*/ 24 w 193"/>
              <a:gd name="T3" fmla="*/ 0 h 192"/>
              <a:gd name="T4" fmla="*/ 0 w 193"/>
              <a:gd name="T5" fmla="*/ 24 h 192"/>
              <a:gd name="T6" fmla="*/ 0 w 193"/>
              <a:gd name="T7" fmla="*/ 168 h 192"/>
              <a:gd name="T8" fmla="*/ 24 w 193"/>
              <a:gd name="T9" fmla="*/ 192 h 192"/>
              <a:gd name="T10" fmla="*/ 168 w 193"/>
              <a:gd name="T11" fmla="*/ 192 h 192"/>
              <a:gd name="T12" fmla="*/ 193 w 193"/>
              <a:gd name="T13" fmla="*/ 168 h 192"/>
              <a:gd name="T14" fmla="*/ 193 w 193"/>
              <a:gd name="T15" fmla="*/ 24 h 192"/>
              <a:gd name="T16" fmla="*/ 168 w 193"/>
              <a:gd name="T17" fmla="*/ 0 h 192"/>
            </a:gdLst>
            <a:rect l="0" t="0" r="r" b="b"/>
            <a:pathLst>
              <a:path w="193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2"/>
                  <a:pt x="11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2" y="192"/>
                  <a:pt x="193" y="182"/>
                  <a:pt x="193" y="168"/>
                </a:cubicBezTo>
                <a:cubicBezTo>
                  <a:pt x="193" y="24"/>
                  <a:pt x="193" y="24"/>
                  <a:pt x="193" y="24"/>
                </a:cubicBezTo>
                <a:cubicBezTo>
                  <a:pt x="193" y="11"/>
                  <a:pt x="182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46" name="Freeform 14">
            <a:extLst xmlns:a="http://schemas.openxmlformats.org/drawingml/2006/main">
              <a:ext uri="{FF2B5EF4-FFF2-40B4-BE49-F238E27FC236}">
                <a16:creationId xmlns:a16="http://schemas.microsoft.com/office/drawing/2014/main" id="{899F88D3-5C91-4BBA-BE63-9371B4B3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55003" y="1240208"/>
            <a:ext cx="24455" cy="24472"/>
          </a:xfrm>
          <a:custGeom xmlns:a="http://schemas.openxmlformats.org/drawingml/2006/main">
            <a:gdLst>
              <a:gd name="T0" fmla="*/ 168 w 193"/>
              <a:gd name="T1" fmla="*/ 0 h 192"/>
              <a:gd name="T2" fmla="*/ 24 w 193"/>
              <a:gd name="T3" fmla="*/ 0 h 192"/>
              <a:gd name="T4" fmla="*/ 0 w 193"/>
              <a:gd name="T5" fmla="*/ 24 h 192"/>
              <a:gd name="T6" fmla="*/ 0 w 193"/>
              <a:gd name="T7" fmla="*/ 168 h 192"/>
              <a:gd name="T8" fmla="*/ 24 w 193"/>
              <a:gd name="T9" fmla="*/ 192 h 192"/>
              <a:gd name="T10" fmla="*/ 168 w 193"/>
              <a:gd name="T11" fmla="*/ 192 h 192"/>
              <a:gd name="T12" fmla="*/ 193 w 193"/>
              <a:gd name="T13" fmla="*/ 168 h 192"/>
              <a:gd name="T14" fmla="*/ 193 w 193"/>
              <a:gd name="T15" fmla="*/ 24 h 192"/>
              <a:gd name="T16" fmla="*/ 168 w 193"/>
              <a:gd name="T17" fmla="*/ 0 h 192"/>
            </a:gdLst>
            <a:rect l="0" t="0" r="r" b="b"/>
            <a:pathLst>
              <a:path w="193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1"/>
                  <a:pt x="11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2" y="192"/>
                  <a:pt x="193" y="181"/>
                  <a:pt x="193" y="168"/>
                </a:cubicBezTo>
                <a:cubicBezTo>
                  <a:pt x="193" y="24"/>
                  <a:pt x="193" y="24"/>
                  <a:pt x="193" y="24"/>
                </a:cubicBezTo>
                <a:cubicBezTo>
                  <a:pt x="193" y="11"/>
                  <a:pt x="182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47" name="Freeform 15">
            <a:extLst xmlns:a="http://schemas.openxmlformats.org/drawingml/2006/main">
              <a:ext uri="{FF2B5EF4-FFF2-40B4-BE49-F238E27FC236}">
                <a16:creationId xmlns:a16="http://schemas.microsoft.com/office/drawing/2014/main" id="{C1C5DCC2-9B40-4DA3-AB2F-ED9C5D891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55003" y="1276945"/>
            <a:ext cx="24455" cy="24634"/>
          </a:xfrm>
          <a:custGeom xmlns:a="http://schemas.openxmlformats.org/drawingml/2006/main">
            <a:gdLst>
              <a:gd name="T0" fmla="*/ 168 w 193"/>
              <a:gd name="T1" fmla="*/ 0 h 193"/>
              <a:gd name="T2" fmla="*/ 24 w 193"/>
              <a:gd name="T3" fmla="*/ 0 h 193"/>
              <a:gd name="T4" fmla="*/ 0 w 193"/>
              <a:gd name="T5" fmla="*/ 25 h 193"/>
              <a:gd name="T6" fmla="*/ 0 w 193"/>
              <a:gd name="T7" fmla="*/ 169 h 193"/>
              <a:gd name="T8" fmla="*/ 24 w 193"/>
              <a:gd name="T9" fmla="*/ 193 h 193"/>
              <a:gd name="T10" fmla="*/ 168 w 193"/>
              <a:gd name="T11" fmla="*/ 193 h 193"/>
              <a:gd name="T12" fmla="*/ 193 w 193"/>
              <a:gd name="T13" fmla="*/ 169 h 193"/>
              <a:gd name="T14" fmla="*/ 193 w 193"/>
              <a:gd name="T15" fmla="*/ 25 h 193"/>
              <a:gd name="T16" fmla="*/ 168 w 193"/>
              <a:gd name="T17" fmla="*/ 0 h 193"/>
            </a:gdLst>
            <a:rect l="0" t="0" r="r" b="b"/>
            <a:pathLst>
              <a:path w="193" h="193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5"/>
                </a:cubicBezTo>
                <a:cubicBezTo>
                  <a:pt x="0" y="169"/>
                  <a:pt x="0" y="169"/>
                  <a:pt x="0" y="169"/>
                </a:cubicBezTo>
                <a:cubicBezTo>
                  <a:pt x="0" y="182"/>
                  <a:pt x="11" y="193"/>
                  <a:pt x="24" y="193"/>
                </a:cubicBezTo>
                <a:cubicBezTo>
                  <a:pt x="168" y="193"/>
                  <a:pt x="168" y="193"/>
                  <a:pt x="168" y="193"/>
                </a:cubicBezTo>
                <a:cubicBezTo>
                  <a:pt x="182" y="193"/>
                  <a:pt x="193" y="182"/>
                  <a:pt x="193" y="169"/>
                </a:cubicBezTo>
                <a:cubicBezTo>
                  <a:pt x="193" y="25"/>
                  <a:pt x="193" y="25"/>
                  <a:pt x="193" y="25"/>
                </a:cubicBezTo>
                <a:cubicBezTo>
                  <a:pt x="193" y="11"/>
                  <a:pt x="182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48" name="Freeform 16">
            <a:extLst xmlns:a="http://schemas.openxmlformats.org/drawingml/2006/main">
              <a:ext uri="{FF2B5EF4-FFF2-40B4-BE49-F238E27FC236}">
                <a16:creationId xmlns:a16="http://schemas.microsoft.com/office/drawing/2014/main" id="{0721D991-881C-4DBE-AF30-E47AE304B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91632" y="1203365"/>
            <a:ext cx="24294" cy="24472"/>
          </a:xfrm>
          <a:custGeom xmlns:a="http://schemas.openxmlformats.org/drawingml/2006/main">
            <a:gdLst>
              <a:gd name="T0" fmla="*/ 168 w 192"/>
              <a:gd name="T1" fmla="*/ 0 h 192"/>
              <a:gd name="T2" fmla="*/ 24 w 192"/>
              <a:gd name="T3" fmla="*/ 0 h 192"/>
              <a:gd name="T4" fmla="*/ 0 w 192"/>
              <a:gd name="T5" fmla="*/ 24 h 192"/>
              <a:gd name="T6" fmla="*/ 0 w 192"/>
              <a:gd name="T7" fmla="*/ 168 h 192"/>
              <a:gd name="T8" fmla="*/ 24 w 192"/>
              <a:gd name="T9" fmla="*/ 192 h 192"/>
              <a:gd name="T10" fmla="*/ 168 w 192"/>
              <a:gd name="T11" fmla="*/ 192 h 192"/>
              <a:gd name="T12" fmla="*/ 192 w 192"/>
              <a:gd name="T13" fmla="*/ 168 h 192"/>
              <a:gd name="T14" fmla="*/ 192 w 192"/>
              <a:gd name="T15" fmla="*/ 24 h 192"/>
              <a:gd name="T16" fmla="*/ 168 w 192"/>
              <a:gd name="T17" fmla="*/ 0 h 192"/>
            </a:gdLst>
            <a:rect l="0" t="0" r="r" b="b"/>
            <a:pathLst>
              <a:path w="192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2"/>
                  <a:pt x="11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1" y="192"/>
                  <a:pt x="192" y="182"/>
                  <a:pt x="192" y="168"/>
                </a:cubicBezTo>
                <a:cubicBezTo>
                  <a:pt x="192" y="24"/>
                  <a:pt x="192" y="24"/>
                  <a:pt x="192" y="24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49" name="Freeform 17">
            <a:extLst xmlns:a="http://schemas.openxmlformats.org/drawingml/2006/main">
              <a:ext uri="{FF2B5EF4-FFF2-40B4-BE49-F238E27FC236}">
                <a16:creationId xmlns:a16="http://schemas.microsoft.com/office/drawing/2014/main" id="{97111254-2A6F-40F4-8741-1C703E43B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91632" y="1240208"/>
            <a:ext cx="24294" cy="24472"/>
          </a:xfrm>
          <a:custGeom xmlns:a="http://schemas.openxmlformats.org/drawingml/2006/main">
            <a:gdLst>
              <a:gd name="T0" fmla="*/ 168 w 192"/>
              <a:gd name="T1" fmla="*/ 0 h 192"/>
              <a:gd name="T2" fmla="*/ 24 w 192"/>
              <a:gd name="T3" fmla="*/ 0 h 192"/>
              <a:gd name="T4" fmla="*/ 0 w 192"/>
              <a:gd name="T5" fmla="*/ 24 h 192"/>
              <a:gd name="T6" fmla="*/ 0 w 192"/>
              <a:gd name="T7" fmla="*/ 168 h 192"/>
              <a:gd name="T8" fmla="*/ 24 w 192"/>
              <a:gd name="T9" fmla="*/ 192 h 192"/>
              <a:gd name="T10" fmla="*/ 168 w 192"/>
              <a:gd name="T11" fmla="*/ 192 h 192"/>
              <a:gd name="T12" fmla="*/ 192 w 192"/>
              <a:gd name="T13" fmla="*/ 168 h 192"/>
              <a:gd name="T14" fmla="*/ 192 w 192"/>
              <a:gd name="T15" fmla="*/ 24 h 192"/>
              <a:gd name="T16" fmla="*/ 168 w 192"/>
              <a:gd name="T17" fmla="*/ 0 h 192"/>
            </a:gdLst>
            <a:rect l="0" t="0" r="r" b="b"/>
            <a:pathLst>
              <a:path w="192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1"/>
                  <a:pt x="11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1" y="192"/>
                  <a:pt x="192" y="181"/>
                  <a:pt x="192" y="168"/>
                </a:cubicBezTo>
                <a:cubicBezTo>
                  <a:pt x="192" y="24"/>
                  <a:pt x="192" y="24"/>
                  <a:pt x="192" y="24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50" name="Freeform 18">
            <a:extLst xmlns:a="http://schemas.openxmlformats.org/drawingml/2006/main">
              <a:ext uri="{FF2B5EF4-FFF2-40B4-BE49-F238E27FC236}">
                <a16:creationId xmlns:a16="http://schemas.microsoft.com/office/drawing/2014/main" id="{3448ADF5-3363-4495-90EA-D3397EA0A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91632" y="1276945"/>
            <a:ext cx="24294" cy="24634"/>
          </a:xfrm>
          <a:custGeom xmlns:a="http://schemas.openxmlformats.org/drawingml/2006/main">
            <a:gdLst>
              <a:gd name="T0" fmla="*/ 168 w 192"/>
              <a:gd name="T1" fmla="*/ 0 h 193"/>
              <a:gd name="T2" fmla="*/ 24 w 192"/>
              <a:gd name="T3" fmla="*/ 0 h 193"/>
              <a:gd name="T4" fmla="*/ 0 w 192"/>
              <a:gd name="T5" fmla="*/ 25 h 193"/>
              <a:gd name="T6" fmla="*/ 0 w 192"/>
              <a:gd name="T7" fmla="*/ 169 h 193"/>
              <a:gd name="T8" fmla="*/ 24 w 192"/>
              <a:gd name="T9" fmla="*/ 193 h 193"/>
              <a:gd name="T10" fmla="*/ 168 w 192"/>
              <a:gd name="T11" fmla="*/ 193 h 193"/>
              <a:gd name="T12" fmla="*/ 192 w 192"/>
              <a:gd name="T13" fmla="*/ 169 h 193"/>
              <a:gd name="T14" fmla="*/ 192 w 192"/>
              <a:gd name="T15" fmla="*/ 25 h 193"/>
              <a:gd name="T16" fmla="*/ 168 w 192"/>
              <a:gd name="T17" fmla="*/ 0 h 193"/>
            </a:gdLst>
            <a:rect l="0" t="0" r="r" b="b"/>
            <a:pathLst>
              <a:path w="192" h="193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5"/>
                </a:cubicBezTo>
                <a:cubicBezTo>
                  <a:pt x="0" y="169"/>
                  <a:pt x="0" y="169"/>
                  <a:pt x="0" y="169"/>
                </a:cubicBezTo>
                <a:cubicBezTo>
                  <a:pt x="0" y="182"/>
                  <a:pt x="11" y="193"/>
                  <a:pt x="24" y="193"/>
                </a:cubicBezTo>
                <a:cubicBezTo>
                  <a:pt x="168" y="193"/>
                  <a:pt x="168" y="193"/>
                  <a:pt x="168" y="193"/>
                </a:cubicBezTo>
                <a:cubicBezTo>
                  <a:pt x="181" y="193"/>
                  <a:pt x="192" y="182"/>
                  <a:pt x="192" y="169"/>
                </a:cubicBezTo>
                <a:cubicBezTo>
                  <a:pt x="192" y="25"/>
                  <a:pt x="192" y="25"/>
                  <a:pt x="192" y="25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51" name="Freeform 19">
            <a:extLst xmlns:a="http://schemas.openxmlformats.org/drawingml/2006/main">
              <a:ext uri="{FF2B5EF4-FFF2-40B4-BE49-F238E27FC236}">
                <a16:creationId xmlns:a16="http://schemas.microsoft.com/office/drawing/2014/main" id="{A11FFFD8-A688-46DB-9518-83D23CB9A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28208" y="1203365"/>
            <a:ext cx="24348" cy="24472"/>
          </a:xfrm>
          <a:custGeom xmlns:a="http://schemas.openxmlformats.org/drawingml/2006/main">
            <a:gdLst>
              <a:gd name="T0" fmla="*/ 168 w 192"/>
              <a:gd name="T1" fmla="*/ 0 h 192"/>
              <a:gd name="T2" fmla="*/ 24 w 192"/>
              <a:gd name="T3" fmla="*/ 0 h 192"/>
              <a:gd name="T4" fmla="*/ 0 w 192"/>
              <a:gd name="T5" fmla="*/ 24 h 192"/>
              <a:gd name="T6" fmla="*/ 0 w 192"/>
              <a:gd name="T7" fmla="*/ 168 h 192"/>
              <a:gd name="T8" fmla="*/ 24 w 192"/>
              <a:gd name="T9" fmla="*/ 192 h 192"/>
              <a:gd name="T10" fmla="*/ 168 w 192"/>
              <a:gd name="T11" fmla="*/ 192 h 192"/>
              <a:gd name="T12" fmla="*/ 192 w 192"/>
              <a:gd name="T13" fmla="*/ 168 h 192"/>
              <a:gd name="T14" fmla="*/ 192 w 192"/>
              <a:gd name="T15" fmla="*/ 24 h 192"/>
              <a:gd name="T16" fmla="*/ 168 w 192"/>
              <a:gd name="T17" fmla="*/ 0 h 192"/>
            </a:gdLst>
            <a:rect l="0" t="0" r="r" b="b"/>
            <a:pathLst>
              <a:path w="192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0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2"/>
                  <a:pt x="10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1" y="192"/>
                  <a:pt x="192" y="182"/>
                  <a:pt x="192" y="168"/>
                </a:cubicBezTo>
                <a:cubicBezTo>
                  <a:pt x="192" y="24"/>
                  <a:pt x="192" y="24"/>
                  <a:pt x="192" y="24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52" name="Freeform 20">
            <a:extLst xmlns:a="http://schemas.openxmlformats.org/drawingml/2006/main">
              <a:ext uri="{FF2B5EF4-FFF2-40B4-BE49-F238E27FC236}">
                <a16:creationId xmlns:a16="http://schemas.microsoft.com/office/drawing/2014/main" id="{3B48C2AB-505E-4332-A44A-9D533A65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28208" y="1240208"/>
            <a:ext cx="24348" cy="24472"/>
          </a:xfrm>
          <a:custGeom xmlns:a="http://schemas.openxmlformats.org/drawingml/2006/main">
            <a:gdLst>
              <a:gd name="T0" fmla="*/ 168 w 192"/>
              <a:gd name="T1" fmla="*/ 0 h 192"/>
              <a:gd name="T2" fmla="*/ 24 w 192"/>
              <a:gd name="T3" fmla="*/ 0 h 192"/>
              <a:gd name="T4" fmla="*/ 0 w 192"/>
              <a:gd name="T5" fmla="*/ 24 h 192"/>
              <a:gd name="T6" fmla="*/ 0 w 192"/>
              <a:gd name="T7" fmla="*/ 168 h 192"/>
              <a:gd name="T8" fmla="*/ 24 w 192"/>
              <a:gd name="T9" fmla="*/ 192 h 192"/>
              <a:gd name="T10" fmla="*/ 168 w 192"/>
              <a:gd name="T11" fmla="*/ 192 h 192"/>
              <a:gd name="T12" fmla="*/ 192 w 192"/>
              <a:gd name="T13" fmla="*/ 168 h 192"/>
              <a:gd name="T14" fmla="*/ 192 w 192"/>
              <a:gd name="T15" fmla="*/ 24 h 192"/>
              <a:gd name="T16" fmla="*/ 168 w 192"/>
              <a:gd name="T17" fmla="*/ 0 h 192"/>
            </a:gdLst>
            <a:rect l="0" t="0" r="r" b="b"/>
            <a:pathLst>
              <a:path w="192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0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1"/>
                  <a:pt x="10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1" y="192"/>
                  <a:pt x="192" y="181"/>
                  <a:pt x="192" y="168"/>
                </a:cubicBezTo>
                <a:cubicBezTo>
                  <a:pt x="192" y="24"/>
                  <a:pt x="192" y="24"/>
                  <a:pt x="192" y="24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53" name="Freeform 21">
            <a:extLst xmlns:a="http://schemas.openxmlformats.org/drawingml/2006/main">
              <a:ext uri="{FF2B5EF4-FFF2-40B4-BE49-F238E27FC236}">
                <a16:creationId xmlns:a16="http://schemas.microsoft.com/office/drawing/2014/main" id="{EBFBAB80-64C2-4E27-A1CC-A218E6C35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28208" y="1276945"/>
            <a:ext cx="24348" cy="24634"/>
          </a:xfrm>
          <a:custGeom xmlns:a="http://schemas.openxmlformats.org/drawingml/2006/main">
            <a:gdLst>
              <a:gd name="T0" fmla="*/ 168 w 192"/>
              <a:gd name="T1" fmla="*/ 0 h 193"/>
              <a:gd name="T2" fmla="*/ 24 w 192"/>
              <a:gd name="T3" fmla="*/ 0 h 193"/>
              <a:gd name="T4" fmla="*/ 0 w 192"/>
              <a:gd name="T5" fmla="*/ 25 h 193"/>
              <a:gd name="T6" fmla="*/ 0 w 192"/>
              <a:gd name="T7" fmla="*/ 169 h 193"/>
              <a:gd name="T8" fmla="*/ 24 w 192"/>
              <a:gd name="T9" fmla="*/ 193 h 193"/>
              <a:gd name="T10" fmla="*/ 168 w 192"/>
              <a:gd name="T11" fmla="*/ 193 h 193"/>
              <a:gd name="T12" fmla="*/ 192 w 192"/>
              <a:gd name="T13" fmla="*/ 169 h 193"/>
              <a:gd name="T14" fmla="*/ 192 w 192"/>
              <a:gd name="T15" fmla="*/ 25 h 193"/>
              <a:gd name="T16" fmla="*/ 168 w 192"/>
              <a:gd name="T17" fmla="*/ 0 h 193"/>
            </a:gdLst>
            <a:rect l="0" t="0" r="r" b="b"/>
            <a:pathLst>
              <a:path w="192" h="193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0" y="0"/>
                  <a:pt x="0" y="11"/>
                  <a:pt x="0" y="25"/>
                </a:cubicBezTo>
                <a:cubicBezTo>
                  <a:pt x="0" y="169"/>
                  <a:pt x="0" y="169"/>
                  <a:pt x="0" y="169"/>
                </a:cubicBezTo>
                <a:cubicBezTo>
                  <a:pt x="0" y="182"/>
                  <a:pt x="10" y="193"/>
                  <a:pt x="24" y="193"/>
                </a:cubicBezTo>
                <a:cubicBezTo>
                  <a:pt x="168" y="193"/>
                  <a:pt x="168" y="193"/>
                  <a:pt x="168" y="193"/>
                </a:cubicBezTo>
                <a:cubicBezTo>
                  <a:pt x="181" y="193"/>
                  <a:pt x="192" y="182"/>
                  <a:pt x="192" y="169"/>
                </a:cubicBezTo>
                <a:cubicBezTo>
                  <a:pt x="192" y="25"/>
                  <a:pt x="192" y="25"/>
                  <a:pt x="192" y="25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43" name="Freeform 25">
            <a:extLst xmlns:a="http://schemas.openxmlformats.org/drawingml/2006/main">
              <a:ext uri="{FF2B5EF4-FFF2-40B4-BE49-F238E27FC236}">
                <a16:creationId xmlns:a16="http://schemas.microsoft.com/office/drawing/2014/main" id="{27106E3B-5EE5-442B-87E5-0B8163B99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 flipH="0" flipV="0">
            <a:off x="10856706" y="1416310"/>
            <a:ext cx="92256" cy="81375"/>
          </a:xfrm>
          <a:custGeom xmlns:a="http://schemas.openxmlformats.org/drawingml/2006/main">
            <a:gdLst>
              <a:gd name="T0" fmla="*/ 504 w 896"/>
              <a:gd name="T1" fmla="*/ 0 h 784"/>
              <a:gd name="T2" fmla="*/ 116 w 896"/>
              <a:gd name="T3" fmla="*/ 336 h 784"/>
              <a:gd name="T4" fmla="*/ 0 w 896"/>
              <a:gd name="T5" fmla="*/ 336 h 784"/>
              <a:gd name="T6" fmla="*/ 168 w 896"/>
              <a:gd name="T7" fmla="*/ 560 h 784"/>
              <a:gd name="T8" fmla="*/ 336 w 896"/>
              <a:gd name="T9" fmla="*/ 336 h 784"/>
              <a:gd name="T10" fmla="*/ 230 w 896"/>
              <a:gd name="T11" fmla="*/ 336 h 784"/>
              <a:gd name="T12" fmla="*/ 504 w 896"/>
              <a:gd name="T13" fmla="*/ 112 h 784"/>
              <a:gd name="T14" fmla="*/ 784 w 896"/>
              <a:gd name="T15" fmla="*/ 392 h 784"/>
              <a:gd name="T16" fmla="*/ 504 w 896"/>
              <a:gd name="T17" fmla="*/ 672 h 784"/>
              <a:gd name="T18" fmla="*/ 504 w 896"/>
              <a:gd name="T19" fmla="*/ 784 h 784"/>
              <a:gd name="T20" fmla="*/ 896 w 896"/>
              <a:gd name="T21" fmla="*/ 392 h 784"/>
              <a:gd name="T22" fmla="*/ 504 w 896"/>
              <a:gd name="T23" fmla="*/ 0 h 784"/>
            </a:gdLst>
            <a:rect l="0" t="0" r="r" b="b"/>
            <a:pathLst>
              <a:path w="896" h="784">
                <a:moveTo>
                  <a:pt x="504" y="0"/>
                </a:moveTo>
                <a:cubicBezTo>
                  <a:pt x="307" y="0"/>
                  <a:pt x="144" y="146"/>
                  <a:pt x="116" y="336"/>
                </a:cubicBezTo>
                <a:cubicBezTo>
                  <a:pt x="0" y="336"/>
                  <a:pt x="0" y="336"/>
                  <a:pt x="0" y="336"/>
                </a:cubicBezTo>
                <a:cubicBezTo>
                  <a:pt x="168" y="560"/>
                  <a:pt x="168" y="560"/>
                  <a:pt x="168" y="560"/>
                </a:cubicBezTo>
                <a:cubicBezTo>
                  <a:pt x="336" y="336"/>
                  <a:pt x="336" y="336"/>
                  <a:pt x="336" y="336"/>
                </a:cubicBezTo>
                <a:cubicBezTo>
                  <a:pt x="230" y="336"/>
                  <a:pt x="230" y="336"/>
                  <a:pt x="230" y="336"/>
                </a:cubicBezTo>
                <a:cubicBezTo>
                  <a:pt x="256" y="208"/>
                  <a:pt x="369" y="112"/>
                  <a:pt x="504" y="112"/>
                </a:cubicBezTo>
                <a:cubicBezTo>
                  <a:pt x="658" y="112"/>
                  <a:pt x="784" y="238"/>
                  <a:pt x="784" y="392"/>
                </a:cubicBezTo>
                <a:cubicBezTo>
                  <a:pt x="784" y="546"/>
                  <a:pt x="658" y="672"/>
                  <a:pt x="504" y="672"/>
                </a:cubicBezTo>
                <a:cubicBezTo>
                  <a:pt x="504" y="784"/>
                  <a:pt x="504" y="784"/>
                  <a:pt x="504" y="784"/>
                </a:cubicBezTo>
                <a:cubicBezTo>
                  <a:pt x="721" y="784"/>
                  <a:pt x="896" y="609"/>
                  <a:pt x="896" y="392"/>
                </a:cubicBezTo>
                <a:cubicBezTo>
                  <a:pt x="896" y="175"/>
                  <a:pt x="721" y="0"/>
                  <a:pt x="504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44" name="Oval 6">
            <a:extLst xmlns:a="http://schemas.openxmlformats.org/drawingml/2006/main">
              <a:ext uri="{FF2B5EF4-FFF2-40B4-BE49-F238E27FC236}">
                <a16:creationId xmlns:a16="http://schemas.microsoft.com/office/drawing/2014/main" id="{AFFAA0AD-114A-4831-ACE3-B8C4258E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188667" y="1225567"/>
            <a:ext cx="60220" cy="6026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5"/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44BEAEF8-91EF-49C8-A667-2BC7D51C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650494" y="1340551"/>
            <a:ext cx="129571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>
            <a:defPPr>
              <a:defRPr sz="900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900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github.com/ArtycoBW/-</a:t>
            </a:r>
          </a:p>
        </p:txBody>
      </p:sp>
      <p:sp>
        <p:nvSpPr>
          <p:cNvPr id="34" name="Freeform 29">
            <a:extLst xmlns:a="http://schemas.openxmlformats.org/drawingml/2006/main">
              <a:ext uri="{FF2B5EF4-FFF2-40B4-BE49-F238E27FC236}">
                <a16:creationId xmlns:a16="http://schemas.microsoft.com/office/drawing/2014/main" id="{1C88632E-4E09-404A-9868-C0997FA11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574411" y="1425286"/>
            <a:ext cx="72445" cy="73024"/>
          </a:xfrm>
          <a:custGeom xmlns:a="http://schemas.openxmlformats.org/drawingml/2006/main">
            <a:gdLst>
              <a:gd name="T0" fmla="*/ 0 w 636"/>
              <a:gd name="T1" fmla="*/ 318 h 636"/>
              <a:gd name="T2" fmla="*/ 636 w 636"/>
              <a:gd name="T3" fmla="*/ 318 h 636"/>
              <a:gd name="T4" fmla="*/ 594 w 636"/>
              <a:gd name="T5" fmla="*/ 308 h 636"/>
              <a:gd name="T6" fmla="*/ 448 w 636"/>
              <a:gd name="T7" fmla="*/ 179 h 636"/>
              <a:gd name="T8" fmla="*/ 594 w 636"/>
              <a:gd name="T9" fmla="*/ 308 h 636"/>
              <a:gd name="T10" fmla="*/ 223 w 636"/>
              <a:gd name="T11" fmla="*/ 486 h 636"/>
              <a:gd name="T12" fmla="*/ 308 w 636"/>
              <a:gd name="T13" fmla="*/ 594 h 636"/>
              <a:gd name="T14" fmla="*/ 329 w 636"/>
              <a:gd name="T15" fmla="*/ 42 h 636"/>
              <a:gd name="T16" fmla="*/ 328 w 636"/>
              <a:gd name="T17" fmla="*/ 184 h 636"/>
              <a:gd name="T18" fmla="*/ 329 w 636"/>
              <a:gd name="T19" fmla="*/ 42 h 636"/>
              <a:gd name="T20" fmla="*/ 510 w 636"/>
              <a:gd name="T21" fmla="*/ 119 h 636"/>
              <a:gd name="T22" fmla="*/ 363 w 636"/>
              <a:gd name="T23" fmla="*/ 45 h 636"/>
              <a:gd name="T24" fmla="*/ 308 w 636"/>
              <a:gd name="T25" fmla="*/ 184 h 636"/>
              <a:gd name="T26" fmla="*/ 307 w 636"/>
              <a:gd name="T27" fmla="*/ 42 h 636"/>
              <a:gd name="T28" fmla="*/ 196 w 636"/>
              <a:gd name="T29" fmla="*/ 160 h 636"/>
              <a:gd name="T30" fmla="*/ 273 w 636"/>
              <a:gd name="T31" fmla="*/ 45 h 636"/>
              <a:gd name="T32" fmla="*/ 207 w 636"/>
              <a:gd name="T33" fmla="*/ 186 h 636"/>
              <a:gd name="T34" fmla="*/ 308 w 636"/>
              <a:gd name="T35" fmla="*/ 308 h 636"/>
              <a:gd name="T36" fmla="*/ 207 w 636"/>
              <a:gd name="T37" fmla="*/ 186 h 636"/>
              <a:gd name="T38" fmla="*/ 308 w 636"/>
              <a:gd name="T39" fmla="*/ 452 h 636"/>
              <a:gd name="T40" fmla="*/ 185 w 636"/>
              <a:gd name="T41" fmla="*/ 328 h 636"/>
              <a:gd name="T42" fmla="*/ 273 w 636"/>
              <a:gd name="T43" fmla="*/ 591 h 636"/>
              <a:gd name="T44" fmla="*/ 204 w 636"/>
              <a:gd name="T45" fmla="*/ 493 h 636"/>
              <a:gd name="T46" fmla="*/ 328 w 636"/>
              <a:gd name="T47" fmla="*/ 594 h 636"/>
              <a:gd name="T48" fmla="*/ 413 w 636"/>
              <a:gd name="T49" fmla="*/ 486 h 636"/>
              <a:gd name="T50" fmla="*/ 328 w 636"/>
              <a:gd name="T51" fmla="*/ 594 h 636"/>
              <a:gd name="T52" fmla="*/ 498 w 636"/>
              <a:gd name="T53" fmla="*/ 528 h 636"/>
              <a:gd name="T54" fmla="*/ 432 w 636"/>
              <a:gd name="T55" fmla="*/ 493 h 636"/>
              <a:gd name="T56" fmla="*/ 328 w 636"/>
              <a:gd name="T57" fmla="*/ 452 h 636"/>
              <a:gd name="T58" fmla="*/ 451 w 636"/>
              <a:gd name="T59" fmla="*/ 328 h 636"/>
              <a:gd name="T60" fmla="*/ 328 w 636"/>
              <a:gd name="T61" fmla="*/ 308 h 636"/>
              <a:gd name="T62" fmla="*/ 429 w 636"/>
              <a:gd name="T63" fmla="*/ 186 h 636"/>
              <a:gd name="T64" fmla="*/ 328 w 636"/>
              <a:gd name="T65" fmla="*/ 308 h 636"/>
              <a:gd name="T66" fmla="*/ 188 w 636"/>
              <a:gd name="T67" fmla="*/ 179 h 636"/>
              <a:gd name="T68" fmla="*/ 42 w 636"/>
              <a:gd name="T69" fmla="*/ 308 h 636"/>
              <a:gd name="T70" fmla="*/ 42 w 636"/>
              <a:gd name="T71" fmla="*/ 328 h 636"/>
              <a:gd name="T72" fmla="*/ 195 w 636"/>
              <a:gd name="T73" fmla="*/ 475 h 636"/>
              <a:gd name="T74" fmla="*/ 42 w 636"/>
              <a:gd name="T75" fmla="*/ 328 h 636"/>
              <a:gd name="T76" fmla="*/ 441 w 636"/>
              <a:gd name="T77" fmla="*/ 475 h 636"/>
              <a:gd name="T78" fmla="*/ 594 w 636"/>
              <a:gd name="T79" fmla="*/ 328 h 636"/>
            </a:gdLst>
            <a:rect l="0" t="0" r="r" b="b"/>
            <a:pathLst>
              <a:path w="636" h="636">
                <a:moveTo>
                  <a:pt x="318" y="0"/>
                </a:moveTo>
                <a:cubicBezTo>
                  <a:pt x="142" y="0"/>
                  <a:pt x="0" y="142"/>
                  <a:pt x="0" y="318"/>
                </a:cubicBezTo>
                <a:cubicBezTo>
                  <a:pt x="0" y="494"/>
                  <a:pt x="142" y="636"/>
                  <a:pt x="318" y="636"/>
                </a:cubicBezTo>
                <a:cubicBezTo>
                  <a:pt x="494" y="636"/>
                  <a:pt x="636" y="494"/>
                  <a:pt x="636" y="318"/>
                </a:cubicBezTo>
                <a:cubicBezTo>
                  <a:pt x="636" y="142"/>
                  <a:pt x="494" y="0"/>
                  <a:pt x="318" y="0"/>
                </a:cubicBezTo>
                <a:close/>
                <a:moveTo>
                  <a:pt x="594" y="308"/>
                </a:moveTo>
                <a:cubicBezTo>
                  <a:pt x="471" y="308"/>
                  <a:pt x="471" y="308"/>
                  <a:pt x="471" y="308"/>
                </a:cubicBezTo>
                <a:cubicBezTo>
                  <a:pt x="470" y="262"/>
                  <a:pt x="462" y="219"/>
                  <a:pt x="448" y="179"/>
                </a:cubicBezTo>
                <a:cubicBezTo>
                  <a:pt x="476" y="168"/>
                  <a:pt x="501" y="152"/>
                  <a:pt x="525" y="134"/>
                </a:cubicBezTo>
                <a:cubicBezTo>
                  <a:pt x="566" y="181"/>
                  <a:pt x="592" y="241"/>
                  <a:pt x="594" y="308"/>
                </a:cubicBezTo>
                <a:close/>
                <a:moveTo>
                  <a:pt x="307" y="594"/>
                </a:moveTo>
                <a:cubicBezTo>
                  <a:pt x="273" y="566"/>
                  <a:pt x="244" y="529"/>
                  <a:pt x="223" y="486"/>
                </a:cubicBezTo>
                <a:cubicBezTo>
                  <a:pt x="250" y="478"/>
                  <a:pt x="278" y="473"/>
                  <a:pt x="308" y="472"/>
                </a:cubicBezTo>
                <a:cubicBezTo>
                  <a:pt x="308" y="594"/>
                  <a:pt x="308" y="594"/>
                  <a:pt x="308" y="594"/>
                </a:cubicBezTo>
                <a:cubicBezTo>
                  <a:pt x="307" y="594"/>
                  <a:pt x="307" y="594"/>
                  <a:pt x="307" y="594"/>
                </a:cubicBezTo>
                <a:close/>
                <a:moveTo>
                  <a:pt x="329" y="42"/>
                </a:moveTo>
                <a:cubicBezTo>
                  <a:pt x="368" y="74"/>
                  <a:pt x="400" y="117"/>
                  <a:pt x="421" y="167"/>
                </a:cubicBezTo>
                <a:cubicBezTo>
                  <a:pt x="392" y="177"/>
                  <a:pt x="361" y="183"/>
                  <a:pt x="328" y="184"/>
                </a:cubicBezTo>
                <a:cubicBezTo>
                  <a:pt x="328" y="42"/>
                  <a:pt x="328" y="42"/>
                  <a:pt x="328" y="42"/>
                </a:cubicBezTo>
                <a:cubicBezTo>
                  <a:pt x="329" y="42"/>
                  <a:pt x="329" y="42"/>
                  <a:pt x="329" y="42"/>
                </a:cubicBezTo>
                <a:close/>
                <a:moveTo>
                  <a:pt x="363" y="45"/>
                </a:moveTo>
                <a:cubicBezTo>
                  <a:pt x="420" y="55"/>
                  <a:pt x="471" y="81"/>
                  <a:pt x="510" y="119"/>
                </a:cubicBezTo>
                <a:cubicBezTo>
                  <a:pt x="489" y="136"/>
                  <a:pt x="466" y="150"/>
                  <a:pt x="440" y="160"/>
                </a:cubicBezTo>
                <a:cubicBezTo>
                  <a:pt x="421" y="116"/>
                  <a:pt x="395" y="77"/>
                  <a:pt x="363" y="45"/>
                </a:cubicBezTo>
                <a:close/>
                <a:moveTo>
                  <a:pt x="308" y="42"/>
                </a:moveTo>
                <a:cubicBezTo>
                  <a:pt x="308" y="184"/>
                  <a:pt x="308" y="184"/>
                  <a:pt x="308" y="184"/>
                </a:cubicBezTo>
                <a:cubicBezTo>
                  <a:pt x="275" y="183"/>
                  <a:pt x="244" y="177"/>
                  <a:pt x="215" y="167"/>
                </a:cubicBezTo>
                <a:cubicBezTo>
                  <a:pt x="236" y="117"/>
                  <a:pt x="268" y="74"/>
                  <a:pt x="307" y="42"/>
                </a:cubicBezTo>
                <a:cubicBezTo>
                  <a:pt x="307" y="42"/>
                  <a:pt x="307" y="42"/>
                  <a:pt x="308" y="42"/>
                </a:cubicBezTo>
                <a:close/>
                <a:moveTo>
                  <a:pt x="196" y="160"/>
                </a:moveTo>
                <a:cubicBezTo>
                  <a:pt x="171" y="150"/>
                  <a:pt x="147" y="136"/>
                  <a:pt x="126" y="119"/>
                </a:cubicBezTo>
                <a:cubicBezTo>
                  <a:pt x="165" y="81"/>
                  <a:pt x="216" y="55"/>
                  <a:pt x="273" y="45"/>
                </a:cubicBezTo>
                <a:cubicBezTo>
                  <a:pt x="241" y="77"/>
                  <a:pt x="215" y="116"/>
                  <a:pt x="196" y="160"/>
                </a:cubicBezTo>
                <a:close/>
                <a:moveTo>
                  <a:pt x="207" y="186"/>
                </a:moveTo>
                <a:cubicBezTo>
                  <a:pt x="239" y="197"/>
                  <a:pt x="273" y="204"/>
                  <a:pt x="308" y="205"/>
                </a:cubicBezTo>
                <a:cubicBezTo>
                  <a:pt x="308" y="308"/>
                  <a:pt x="308" y="308"/>
                  <a:pt x="308" y="308"/>
                </a:cubicBezTo>
                <a:cubicBezTo>
                  <a:pt x="185" y="308"/>
                  <a:pt x="185" y="308"/>
                  <a:pt x="185" y="308"/>
                </a:cubicBezTo>
                <a:cubicBezTo>
                  <a:pt x="186" y="265"/>
                  <a:pt x="194" y="224"/>
                  <a:pt x="207" y="186"/>
                </a:cubicBezTo>
                <a:close/>
                <a:moveTo>
                  <a:pt x="308" y="328"/>
                </a:moveTo>
                <a:cubicBezTo>
                  <a:pt x="308" y="452"/>
                  <a:pt x="308" y="452"/>
                  <a:pt x="308" y="452"/>
                </a:cubicBezTo>
                <a:cubicBezTo>
                  <a:pt x="275" y="453"/>
                  <a:pt x="244" y="458"/>
                  <a:pt x="215" y="468"/>
                </a:cubicBezTo>
                <a:cubicBezTo>
                  <a:pt x="197" y="425"/>
                  <a:pt x="186" y="378"/>
                  <a:pt x="185" y="328"/>
                </a:cubicBezTo>
                <a:lnTo>
                  <a:pt x="308" y="328"/>
                </a:lnTo>
                <a:close/>
                <a:moveTo>
                  <a:pt x="273" y="591"/>
                </a:moveTo>
                <a:cubicBezTo>
                  <a:pt x="222" y="582"/>
                  <a:pt x="176" y="560"/>
                  <a:pt x="138" y="528"/>
                </a:cubicBezTo>
                <a:cubicBezTo>
                  <a:pt x="158" y="514"/>
                  <a:pt x="180" y="502"/>
                  <a:pt x="204" y="493"/>
                </a:cubicBezTo>
                <a:cubicBezTo>
                  <a:pt x="222" y="531"/>
                  <a:pt x="245" y="563"/>
                  <a:pt x="273" y="591"/>
                </a:cubicBezTo>
                <a:close/>
                <a:moveTo>
                  <a:pt x="328" y="594"/>
                </a:moveTo>
                <a:cubicBezTo>
                  <a:pt x="328" y="472"/>
                  <a:pt x="328" y="472"/>
                  <a:pt x="328" y="472"/>
                </a:cubicBezTo>
                <a:cubicBezTo>
                  <a:pt x="358" y="473"/>
                  <a:pt x="386" y="478"/>
                  <a:pt x="413" y="486"/>
                </a:cubicBezTo>
                <a:cubicBezTo>
                  <a:pt x="392" y="529"/>
                  <a:pt x="363" y="566"/>
                  <a:pt x="329" y="594"/>
                </a:cubicBezTo>
                <a:cubicBezTo>
                  <a:pt x="329" y="594"/>
                  <a:pt x="329" y="594"/>
                  <a:pt x="328" y="594"/>
                </a:cubicBezTo>
                <a:close/>
                <a:moveTo>
                  <a:pt x="432" y="493"/>
                </a:moveTo>
                <a:cubicBezTo>
                  <a:pt x="456" y="502"/>
                  <a:pt x="478" y="514"/>
                  <a:pt x="498" y="528"/>
                </a:cubicBezTo>
                <a:cubicBezTo>
                  <a:pt x="460" y="560"/>
                  <a:pt x="414" y="582"/>
                  <a:pt x="363" y="591"/>
                </a:cubicBezTo>
                <a:cubicBezTo>
                  <a:pt x="391" y="563"/>
                  <a:pt x="414" y="531"/>
                  <a:pt x="432" y="493"/>
                </a:cubicBezTo>
                <a:close/>
                <a:moveTo>
                  <a:pt x="421" y="468"/>
                </a:moveTo>
                <a:cubicBezTo>
                  <a:pt x="392" y="458"/>
                  <a:pt x="361" y="453"/>
                  <a:pt x="328" y="452"/>
                </a:cubicBezTo>
                <a:cubicBezTo>
                  <a:pt x="328" y="328"/>
                  <a:pt x="328" y="328"/>
                  <a:pt x="328" y="328"/>
                </a:cubicBezTo>
                <a:cubicBezTo>
                  <a:pt x="451" y="328"/>
                  <a:pt x="451" y="328"/>
                  <a:pt x="451" y="328"/>
                </a:cubicBezTo>
                <a:cubicBezTo>
                  <a:pt x="450" y="378"/>
                  <a:pt x="439" y="425"/>
                  <a:pt x="421" y="468"/>
                </a:cubicBezTo>
                <a:close/>
                <a:moveTo>
                  <a:pt x="328" y="308"/>
                </a:moveTo>
                <a:cubicBezTo>
                  <a:pt x="328" y="205"/>
                  <a:pt x="328" y="205"/>
                  <a:pt x="328" y="205"/>
                </a:cubicBezTo>
                <a:cubicBezTo>
                  <a:pt x="363" y="204"/>
                  <a:pt x="397" y="197"/>
                  <a:pt x="429" y="186"/>
                </a:cubicBezTo>
                <a:cubicBezTo>
                  <a:pt x="442" y="224"/>
                  <a:pt x="450" y="265"/>
                  <a:pt x="451" y="308"/>
                </a:cubicBezTo>
                <a:lnTo>
                  <a:pt x="328" y="308"/>
                </a:lnTo>
                <a:close/>
                <a:moveTo>
                  <a:pt x="111" y="134"/>
                </a:moveTo>
                <a:cubicBezTo>
                  <a:pt x="135" y="152"/>
                  <a:pt x="160" y="168"/>
                  <a:pt x="188" y="179"/>
                </a:cubicBezTo>
                <a:cubicBezTo>
                  <a:pt x="174" y="219"/>
                  <a:pt x="166" y="262"/>
                  <a:pt x="165" y="308"/>
                </a:cubicBezTo>
                <a:cubicBezTo>
                  <a:pt x="42" y="308"/>
                  <a:pt x="42" y="308"/>
                  <a:pt x="42" y="308"/>
                </a:cubicBezTo>
                <a:cubicBezTo>
                  <a:pt x="44" y="241"/>
                  <a:pt x="70" y="181"/>
                  <a:pt x="111" y="134"/>
                </a:cubicBezTo>
                <a:close/>
                <a:moveTo>
                  <a:pt x="42" y="328"/>
                </a:moveTo>
                <a:cubicBezTo>
                  <a:pt x="165" y="328"/>
                  <a:pt x="165" y="328"/>
                  <a:pt x="165" y="328"/>
                </a:cubicBezTo>
                <a:cubicBezTo>
                  <a:pt x="166" y="381"/>
                  <a:pt x="177" y="430"/>
                  <a:pt x="195" y="475"/>
                </a:cubicBezTo>
                <a:cubicBezTo>
                  <a:pt x="169" y="485"/>
                  <a:pt x="145" y="498"/>
                  <a:pt x="123" y="514"/>
                </a:cubicBezTo>
                <a:cubicBezTo>
                  <a:pt x="75" y="466"/>
                  <a:pt x="44" y="401"/>
                  <a:pt x="42" y="328"/>
                </a:cubicBezTo>
                <a:close/>
                <a:moveTo>
                  <a:pt x="513" y="514"/>
                </a:moveTo>
                <a:cubicBezTo>
                  <a:pt x="491" y="498"/>
                  <a:pt x="467" y="485"/>
                  <a:pt x="441" y="475"/>
                </a:cubicBezTo>
                <a:cubicBezTo>
                  <a:pt x="459" y="430"/>
                  <a:pt x="470" y="381"/>
                  <a:pt x="471" y="328"/>
                </a:cubicBezTo>
                <a:cubicBezTo>
                  <a:pt x="594" y="328"/>
                  <a:pt x="594" y="328"/>
                  <a:pt x="594" y="328"/>
                </a:cubicBezTo>
                <a:cubicBezTo>
                  <a:pt x="592" y="401"/>
                  <a:pt x="561" y="466"/>
                  <a:pt x="513" y="514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rPr>
                <a:solidFill>
                  <a:schemeClr val="accent5"/>
                </a:solidFill>
              </a:rPr>
              <a:t>11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5" name="Рисунок 4">
            <a:extLst xmlns:a="http://schemas.openxmlformats.org/drawingml/2006/main">
              <a:ext uri="{FF2B5EF4-FFF2-40B4-BE49-F238E27FC236}">
                <a16:creationId xmlns:a16="http://schemas.microsoft.com/office/drawing/2014/main" id="{B81528B6-CA31-41D3-86C3-327E28EF020F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/>
      </p:sp>
      <p:sp>
        <p:nvSpPr>
          <p:cNvPr id="6" name="Рисунок 5">
            <a:extLst xmlns:a="http://schemas.openxmlformats.org/drawingml/2006/main">
              <a:ext uri="{FF2B5EF4-FFF2-40B4-BE49-F238E27FC236}">
                <a16:creationId xmlns:a16="http://schemas.microsoft.com/office/drawing/2014/main" id="{7B188587-A119-4DCD-9E44-87DD8E11DB77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/>
      </p:sp>
      <p:sp>
        <p:nvSpPr>
          <p:cNvPr id="55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7337FE4-845E-41CB-B37A-D3ACD284C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86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ДЕМОНСТРАЦИЯ СКВОЗНОГО СЦЕНАРИЯ</a:t>
            </a:r>
          </a:p>
        </p:txBody>
      </p:sp>
      <p:pic>
        <p:nvPic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86ADDE6-38DA-4F05-8284-50B2EC7275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04cd12aa584349"/>
          <a:stretch xmlns:a="http://schemas.openxmlformats.org/drawingml/2006/main"/>
        </p:blipFill>
        <p:spPr>
          <a:xfrm xmlns:a="http://schemas.openxmlformats.org/drawingml/2006/main">
            <a:off x="1209675" y="1700213"/>
            <a:ext cx="4133850" cy="2066925"/>
          </a:xfrm>
          <a:prstGeom xmlns:a="http://schemas.openxmlformats.org/drawingml/2006/main" prst="rect">
            <a:avLst/>
          </a:prstGeom>
        </p:spPr>
      </p:pic>
      <p:pic>
        <p:nvPic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46C7B51-139E-462C-BD8E-33C4164253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1f7567746c4514"/>
          <a:stretch xmlns:a="http://schemas.openxmlformats.org/drawingml/2006/main"/>
        </p:blipFill>
        <p:spPr>
          <a:xfrm xmlns:a="http://schemas.openxmlformats.org/drawingml/2006/main">
            <a:off x="6858000" y="1700213"/>
            <a:ext cx="4133850" cy="2066925"/>
          </a:xfrm>
          <a:prstGeom xmlns:a="http://schemas.openxmlformats.org/drawingml/2006/main" prst="rect">
            <a:avLst/>
          </a:prstGeom>
        </p:spPr>
      </p:pic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3E7BE69-01BA-4DF1-BDB9-8DFC6656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github.com/ArtycoBW/- · код и материалы</a:t>
            </a:r>
          </a:p>
          <a:p xmlns:a="http://schemas.openxmlformats.org/drawingml/2006/main">
            <a:pPr>
              <a:defRPr sz="1725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README: запуск, проверки и ссылки на документацию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2026-10-10T20:49:21.7960000Z</dcterms:created>
  <dcterms:modified xsi:type="dcterms:W3CDTF">2026-10-10T20:49:21.7960000Z</dcterms:modified>
</coreProperties>
</file>
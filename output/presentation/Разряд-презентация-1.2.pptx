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4f305f4ad845b8" /><Relationship Type="http://schemas.openxmlformats.org/officeDocument/2006/relationships/extended-properties" Target="/docProps/app.xml" Id="R932ede18e7934dcd" /><Relationship Type="http://schemas.openxmlformats.org/officeDocument/2006/relationships/officeDocument" Target="/ppt/presentation.xml" Id="R0ad0f05ab8f845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49fe6da78f4854"/>
  </p:sldMasterIdLst>
  <p:notesMasterIdLst>
    <p:notesMasterId xmlns:r="http://schemas.openxmlformats.org/officeDocument/2006/relationships" r:id="R2b9ef3a75a504e7f"/>
  </p:notesMasterIdLst>
  <p:sldIdLst>
    <p:sldId xmlns:r="http://schemas.openxmlformats.org/officeDocument/2006/relationships" id="256" r:id="R340ecd78e0ba491f"/>
    <p:sldId xmlns:r="http://schemas.openxmlformats.org/officeDocument/2006/relationships" id="257" r:id="Rc52fd46206b74882"/>
    <p:sldId xmlns:r="http://schemas.openxmlformats.org/officeDocument/2006/relationships" id="258" r:id="R5beab2b82b5840c1"/>
    <p:sldId xmlns:r="http://schemas.openxmlformats.org/officeDocument/2006/relationships" id="259" r:id="R0c13498d7a864656"/>
    <p:sldId xmlns:r="http://schemas.openxmlformats.org/officeDocument/2006/relationships" id="260" r:id="R8ab7c2c5cdad42bc"/>
    <p:sldId xmlns:r="http://schemas.openxmlformats.org/officeDocument/2006/relationships" id="261" r:id="Rd02e27284a5345cb"/>
    <p:sldId xmlns:r="http://schemas.openxmlformats.org/officeDocument/2006/relationships" id="262" r:id="R3a9b74c923354a03"/>
    <p:sldId xmlns:r="http://schemas.openxmlformats.org/officeDocument/2006/relationships" id="263" r:id="Rf6dab83aca85462f"/>
    <p:sldId xmlns:r="http://schemas.openxmlformats.org/officeDocument/2006/relationships" id="264" r:id="R8b4d3c4741804b1e"/>
    <p:sldId xmlns:r="http://schemas.openxmlformats.org/officeDocument/2006/relationships" id="265" r:id="R09713db1c3c04c66"/>
    <p:sldId xmlns:r="http://schemas.openxmlformats.org/officeDocument/2006/relationships" id="266" r:id="Rc2c5c6d540a2472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4f78924f8f47d8" /><Relationship Type="http://schemas.openxmlformats.org/officeDocument/2006/relationships/slideMaster" Target="/ppt/slideMasters/slideMaster1.xml" Id="R4749fe6da78f4854" /><Relationship Type="http://schemas.openxmlformats.org/officeDocument/2006/relationships/notesMaster" Target="/ppt/notesMasters/notesMaster1.xml" Id="R2b9ef3a75a504e7f" /><Relationship Type="http://schemas.openxmlformats.org/officeDocument/2006/relationships/presProps" Target="/ppt/presProps.xml" Id="R7b7288bbccad4d56" /><Relationship Type="http://schemas.openxmlformats.org/officeDocument/2006/relationships/viewProps" Target="/ppt/viewProps.xml" Id="R9b16e74c3a3e40ab" /><Relationship Type="http://schemas.openxmlformats.org/officeDocument/2006/relationships/tableStyles" Target="/ppt/tableStyles.xml" Id="R1ee290991a5a4f90" /><Relationship Type="http://schemas.openxmlformats.org/officeDocument/2006/relationships/slide" Target="/ppt/slides/slide1.xml" Id="R340ecd78e0ba491f" /><Relationship Type="http://schemas.openxmlformats.org/officeDocument/2006/relationships/slide" Target="/ppt/slides/slide2.xml" Id="Rc52fd46206b74882" /><Relationship Type="http://schemas.openxmlformats.org/officeDocument/2006/relationships/slide" Target="/ppt/slides/slide3.xml" Id="R5beab2b82b5840c1" /><Relationship Type="http://schemas.openxmlformats.org/officeDocument/2006/relationships/slide" Target="/ppt/slides/slide4.xml" Id="R0c13498d7a864656" /><Relationship Type="http://schemas.openxmlformats.org/officeDocument/2006/relationships/slide" Target="/ppt/slides/slide5.xml" Id="R8ab7c2c5cdad42bc" /><Relationship Type="http://schemas.openxmlformats.org/officeDocument/2006/relationships/slide" Target="/ppt/slides/slide6.xml" Id="Rd02e27284a5345cb" /><Relationship Type="http://schemas.openxmlformats.org/officeDocument/2006/relationships/slide" Target="/ppt/slides/slide7.xml" Id="R3a9b74c923354a03" /><Relationship Type="http://schemas.openxmlformats.org/officeDocument/2006/relationships/slide" Target="/ppt/slides/slide8.xml" Id="Rf6dab83aca85462f" /><Relationship Type="http://schemas.openxmlformats.org/officeDocument/2006/relationships/slide" Target="/ppt/slides/slide9.xml" Id="R8b4d3c4741804b1e" /><Relationship Type="http://schemas.openxmlformats.org/officeDocument/2006/relationships/slide" Target="/ppt/slides/slide10.xml" Id="R09713db1c3c04c66" /><Relationship Type="http://schemas.openxmlformats.org/officeDocument/2006/relationships/slide" Target="/ppt/slides/slide11.xml" Id="Rc2c5c6d540a247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b4e8d7b2847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ffe16e4ea4b33" /><Relationship Type="http://schemas.openxmlformats.org/officeDocument/2006/relationships/notesMaster" Target="/ppt/notesMasters/notesMaster1.xml" Id="Ra577cecab69a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c6a76cdff443c" /><Relationship Type="http://schemas.openxmlformats.org/officeDocument/2006/relationships/notesMaster" Target="/ppt/notesMasters/notesMaster1.xml" Id="R377dba3e3998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f2a9b9913b4729" /><Relationship Type="http://schemas.openxmlformats.org/officeDocument/2006/relationships/notesMaster" Target="/ppt/notesMasters/notesMaster1.xml" Id="R3fc3ffa2e2a441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654f05ace456c" /><Relationship Type="http://schemas.openxmlformats.org/officeDocument/2006/relationships/notesMaster" Target="/ppt/notesMasters/notesMaster1.xml" Id="R954931e9f9bd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b74fd24de4a32" /><Relationship Type="http://schemas.openxmlformats.org/officeDocument/2006/relationships/notesMaster" Target="/ppt/notesMasters/notesMaster1.xml" Id="Rb9eb3b16d21c4e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d9e4f7d7fe47ed" /><Relationship Type="http://schemas.openxmlformats.org/officeDocument/2006/relationships/notesMaster" Target="/ppt/notesMasters/notesMaster1.xml" Id="Rc4b1083993ad48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3fe86db2894432" /><Relationship Type="http://schemas.openxmlformats.org/officeDocument/2006/relationships/notesMaster" Target="/ppt/notesMasters/notesMaster1.xml" Id="Reba96e32fb45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21529674f64690" /><Relationship Type="http://schemas.openxmlformats.org/officeDocument/2006/relationships/notesMaster" Target="/ppt/notesMasters/notesMaster1.xml" Id="R95410d5763e345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6bac596d8490b" /><Relationship Type="http://schemas.openxmlformats.org/officeDocument/2006/relationships/notesMaster" Target="/ppt/notesMasters/notesMaster1.xml" Id="R504bbfe2cf8c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53e1b35bf14dc7" /><Relationship Type="http://schemas.openxmlformats.org/officeDocument/2006/relationships/notesMaster" Target="/ppt/notesMasters/notesMaster1.xml" Id="R22a96830ce1d4c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74b7dcfbc64f0b" /><Relationship Type="http://schemas.openxmlformats.org/officeDocument/2006/relationships/notesMaster" Target="/ppt/notesMasters/notesMaster1.xml" Id="Re7ceee11ec7641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Команда PixiPod. Балашев Артур Вадимович, fullstack-разработчик, бэкенд, фронтенд и ML. Ростов-на-Дону. Telegram: @ArtycoB. Сведения предоставлены капитаном.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2.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Команда PixiPod. Балашев Артур Вадимович, fullstack-разработчик, бэкенд, фронтенд и ML. Ростов-на-Дону. Telegram: @ArtycoB. Сведения предоставлены капитаном.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3.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Команда PixiPod. Балашев Артур Вадимович, fullstack-разработчик, бэкенд, фронтенд и ML. Ростов-на-Дону. Telegram: @ArtycoB. Сведения предоставлены капитаном.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4.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Команда PixiPod. Балашев Артур Вадимович, fullstack-разработчик, бэкенд, фронтенд и ML. Ростов-на-Дону. Telegram: @ArtycoB. Сведения предоставлены капитаном.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5.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6.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7.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8.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9.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10.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11.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c8dc8b18a4262" /><Relationship Type="http://schemas.openxmlformats.org/officeDocument/2006/relationships/image" Target="/ppt/media/image2.png" Id="Rf606c67939e241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4d0962be145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1d17f33de41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95397cee84e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3cb86fe304a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8ba0980fe4e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ea3a5481640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a5e7ea6e44f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8da07843241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0dbfa41824e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e7687e75c44d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20ff7c8a34fd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c8c7dcb1e4b3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0a748f81247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33aa9e546450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9f11705914c98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2302201604f9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d992c5c17403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8bc0ce61f54ba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e35fe7029430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576fc7d4b4d7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40ff5af924c2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109c7850041a3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f606c67939e241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FE92EE29-7241-4D6D-9D1C-B514BEB5626C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1033C1CE-2A8F-4294-92D8-0860E558445A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8B1775E7-C6DB-4711-938B-B7BB9E9347BA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2EA4A045-B31E-4EAA-B8A2-32A1F03E44F6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fb6594732c34930" /><Relationship Type="http://schemas.openxmlformats.org/officeDocument/2006/relationships/theme" Target="/ppt/slideMasters/theme/theme2.xml" Id="Rb88e3f4c3f904dd0" /><Relationship Type="http://schemas.openxmlformats.org/officeDocument/2006/relationships/slideLayout" Target="/ppt/slideLayouts/slideLayout1.xml" Id="R597eec2a5fc544f8" /><Relationship Type="http://schemas.openxmlformats.org/officeDocument/2006/relationships/slideLayout" Target="/ppt/slideLayouts/slideLayout2.xml" Id="R1a17cdebc9b64d60" /><Relationship Type="http://schemas.openxmlformats.org/officeDocument/2006/relationships/slideLayout" Target="/ppt/slideLayouts/slideLayout3.xml" Id="R11c7bc1a452941b2" /><Relationship Type="http://schemas.openxmlformats.org/officeDocument/2006/relationships/slideLayout" Target="/ppt/slideLayouts/slideLayout4.xml" Id="R884e342fcd294130" /><Relationship Type="http://schemas.openxmlformats.org/officeDocument/2006/relationships/slideLayout" Target="/ppt/slideLayouts/slideLayout5.xml" Id="R9fb5aab4b5f64811" /><Relationship Type="http://schemas.openxmlformats.org/officeDocument/2006/relationships/slideLayout" Target="/ppt/slideLayouts/slideLayout6.xml" Id="Rfc930b8832094020" /><Relationship Type="http://schemas.openxmlformats.org/officeDocument/2006/relationships/slideLayout" Target="/ppt/slideLayouts/slideLayout7.xml" Id="Rb5212e00a2eb46a4" /><Relationship Type="http://schemas.openxmlformats.org/officeDocument/2006/relationships/slideLayout" Target="/ppt/slideLayouts/slideLayout8.xml" Id="Rbb196e7172df4cf6" /><Relationship Type="http://schemas.openxmlformats.org/officeDocument/2006/relationships/slideLayout" Target="/ppt/slideLayouts/slideLayout9.xml" Id="R2236f9ac705646ee" /><Relationship Type="http://schemas.openxmlformats.org/officeDocument/2006/relationships/slideLayout" Target="/ppt/slideLayouts/slideLayout10.xml" Id="R71a6e319c4d046cc" /><Relationship Type="http://schemas.openxmlformats.org/officeDocument/2006/relationships/slideLayout" Target="/ppt/slideLayouts/slideLayout11.xml" Id="Rdc2223c2e8ae42c5" /><Relationship Type="http://schemas.openxmlformats.org/officeDocument/2006/relationships/slideLayout" Target="/ppt/slideLayouts/slideLayout12.xml" Id="R0862365eadb74910" /><Relationship Type="http://schemas.openxmlformats.org/officeDocument/2006/relationships/slideLayout" Target="/ppt/slideLayouts/slideLayout13.xml" Id="Rb430aced96364fbe" /><Relationship Type="http://schemas.openxmlformats.org/officeDocument/2006/relationships/slideLayout" Target="/ppt/slideLayouts/slideLayout14.xml" Id="R7783fe48e21440d5" /><Relationship Type="http://schemas.openxmlformats.org/officeDocument/2006/relationships/slideLayout" Target="/ppt/slideLayouts/slideLayout15.xml" Id="R270e907e0edc4bf5" /><Relationship Type="http://schemas.openxmlformats.org/officeDocument/2006/relationships/slideLayout" Target="/ppt/slideLayouts/slideLayout16.xml" Id="Rbcbf93da33bf4d18" /><Relationship Type="http://schemas.openxmlformats.org/officeDocument/2006/relationships/slideLayout" Target="/ppt/slideLayouts/slideLayout17.xml" Id="Rc13a962bb7704c5b" /><Relationship Type="http://schemas.openxmlformats.org/officeDocument/2006/relationships/slideLayout" Target="/ppt/slideLayouts/slideLayout18.xml" Id="R2f96609f18fd43e2" /><Relationship Type="http://schemas.openxmlformats.org/officeDocument/2006/relationships/slideLayout" Target="/ppt/slideLayouts/slideLayout19.xml" Id="R00118570f9314da4" /><Relationship Type="http://schemas.openxmlformats.org/officeDocument/2006/relationships/slideLayout" Target="/ppt/slideLayouts/slideLayout20.xml" Id="Re233dd63b35247df" /><Relationship Type="http://schemas.openxmlformats.org/officeDocument/2006/relationships/slideLayout" Target="/ppt/slideLayouts/slideLayout21.xml" Id="Rd5c6a750542a43c8" /><Relationship Type="http://schemas.openxmlformats.org/officeDocument/2006/relationships/slideLayout" Target="/ppt/slideLayouts/slideLayout22.xml" Id="R006054eec3e446af" /><Relationship Type="http://schemas.openxmlformats.org/officeDocument/2006/relationships/slideLayout" Target="/ppt/slideLayouts/slideLayout23.xml" Id="R991529c7fce74eb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b6594732c349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7eec2a5fc544f8"/>
    <p:sldLayoutId xmlns:r="http://schemas.openxmlformats.org/officeDocument/2006/relationships" id="2147483650" r:id="R1a17cdebc9b64d60"/>
    <p:sldLayoutId xmlns:r="http://schemas.openxmlformats.org/officeDocument/2006/relationships" id="2147483651" r:id="R11c7bc1a452941b2"/>
    <p:sldLayoutId xmlns:r="http://schemas.openxmlformats.org/officeDocument/2006/relationships" id="2147483652" r:id="R884e342fcd294130"/>
    <p:sldLayoutId xmlns:r="http://schemas.openxmlformats.org/officeDocument/2006/relationships" id="2147483653" r:id="R9fb5aab4b5f64811"/>
    <p:sldLayoutId xmlns:r="http://schemas.openxmlformats.org/officeDocument/2006/relationships" id="2147483654" r:id="Rfc930b8832094020"/>
    <p:sldLayoutId xmlns:r="http://schemas.openxmlformats.org/officeDocument/2006/relationships" id="2147483655" r:id="Rb5212e00a2eb46a4"/>
    <p:sldLayoutId xmlns:r="http://schemas.openxmlformats.org/officeDocument/2006/relationships" id="2147483656" r:id="Rbb196e7172df4cf6"/>
    <p:sldLayoutId xmlns:r="http://schemas.openxmlformats.org/officeDocument/2006/relationships" id="2147483657" r:id="R2236f9ac705646ee"/>
    <p:sldLayoutId xmlns:r="http://schemas.openxmlformats.org/officeDocument/2006/relationships" id="2147483658" r:id="R71a6e319c4d046cc"/>
    <p:sldLayoutId xmlns:r="http://schemas.openxmlformats.org/officeDocument/2006/relationships" id="2147483659" r:id="Rdc2223c2e8ae42c5"/>
    <p:sldLayoutId xmlns:r="http://schemas.openxmlformats.org/officeDocument/2006/relationships" id="2147483660" r:id="R0862365eadb74910"/>
    <p:sldLayoutId xmlns:r="http://schemas.openxmlformats.org/officeDocument/2006/relationships" id="2147483661" r:id="Rb430aced96364fbe"/>
    <p:sldLayoutId xmlns:r="http://schemas.openxmlformats.org/officeDocument/2006/relationships" id="2147483662" r:id="R7783fe48e21440d5"/>
    <p:sldLayoutId xmlns:r="http://schemas.openxmlformats.org/officeDocument/2006/relationships" id="2147483663" r:id="R270e907e0edc4bf5"/>
    <p:sldLayoutId xmlns:r="http://schemas.openxmlformats.org/officeDocument/2006/relationships" id="2147483664" r:id="Rbcbf93da33bf4d18"/>
    <p:sldLayoutId xmlns:r="http://schemas.openxmlformats.org/officeDocument/2006/relationships" id="2147483665" r:id="Rc13a962bb7704c5b"/>
    <p:sldLayoutId xmlns:r="http://schemas.openxmlformats.org/officeDocument/2006/relationships" id="2147483666" r:id="R2f96609f18fd43e2"/>
    <p:sldLayoutId xmlns:r="http://schemas.openxmlformats.org/officeDocument/2006/relationships" id="2147483667" r:id="R00118570f9314da4"/>
    <p:sldLayoutId xmlns:r="http://schemas.openxmlformats.org/officeDocument/2006/relationships" id="2147483668" r:id="Re233dd63b35247df"/>
    <p:sldLayoutId xmlns:r="http://schemas.openxmlformats.org/officeDocument/2006/relationships" id="2147483669" r:id="Rd5c6a750542a43c8"/>
    <p:sldLayoutId xmlns:r="http://schemas.openxmlformats.org/officeDocument/2006/relationships" id="2147483670" r:id="R006054eec3e446af"/>
    <p:sldLayoutId xmlns:r="http://schemas.openxmlformats.org/officeDocument/2006/relationships" id="2147483671" r:id="R991529c7fce74eb1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f963b60154d24" /><Relationship Type="http://schemas.openxmlformats.org/officeDocument/2006/relationships/image" Target="/ppt/media/image3.png" Id="R5d79277a28a54b8d" /><Relationship Type="http://schemas.openxmlformats.org/officeDocument/2006/relationships/notesSlide" Target="/ppt/notesSlides/notesSlide1.xml" Id="R588d52ba8d7c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d5a0dc52be487c" /><Relationship Type="http://schemas.openxmlformats.org/officeDocument/2006/relationships/image" Target="/ppt/media/image4.png" Id="Rd393e966875c4d08" /><Relationship Type="http://schemas.openxmlformats.org/officeDocument/2006/relationships/notesSlide" Target="/ppt/notesSlides/notesSlide2.xml" Id="Ra31cc5788a854b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31e20322ad4b31" /><Relationship Type="http://schemas.openxmlformats.org/officeDocument/2006/relationships/image" Target="/ppt/media/image.png" Id="Rba02b43e6b5e459c" /><Relationship Type="http://schemas.openxmlformats.org/officeDocument/2006/relationships/notesSlide" Target="/ppt/notesSlides/notesSlide3.xml" Id="Ra4fe92471e4242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e9ff8402be4e90" /><Relationship Type="http://schemas.openxmlformats.org/officeDocument/2006/relationships/image" Target="/ppt/media/image5.png" Id="Rfd085c7f35384496" /><Relationship Type="http://schemas.openxmlformats.org/officeDocument/2006/relationships/notesSlide" Target="/ppt/notesSlides/notesSlide4.xml" Id="R40e9a0e28bb9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e28a2c575c84d77" /><Relationship Type="http://schemas.openxmlformats.org/officeDocument/2006/relationships/image" Target="/ppt/media/image.png" Id="R2ccdbd603e154979" /><Relationship Type="http://schemas.openxmlformats.org/officeDocument/2006/relationships/notesSlide" Target="/ppt/notesSlides/notesSlide5.xml" Id="R50636dc787f3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030afb09e1d4eff" /><Relationship Type="http://schemas.openxmlformats.org/officeDocument/2006/relationships/image" Target="/ppt/media/image.png" Id="Rd6a72d78238347f6" /><Relationship Type="http://schemas.openxmlformats.org/officeDocument/2006/relationships/image" Target="/ppt/media/image6.png" Id="R586b71251a604f28" /><Relationship Type="http://schemas.openxmlformats.org/officeDocument/2006/relationships/notesSlide" Target="/ppt/notesSlides/notesSlide6.xml" Id="Rc7dc330af630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ce4df17a7004239" /><Relationship Type="http://schemas.openxmlformats.org/officeDocument/2006/relationships/image" Target="/ppt/media/image4.png" Id="R2e6330c621964913" /><Relationship Type="http://schemas.openxmlformats.org/officeDocument/2006/relationships/notesSlide" Target="/ppt/notesSlides/notesSlide7.xml" Id="R2a7d984b935048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080a84b1e9d4ab7" /><Relationship Type="http://schemas.openxmlformats.org/officeDocument/2006/relationships/image" Target="/ppt/media/image5.png" Id="R1b61cb682a65405e" /><Relationship Type="http://schemas.openxmlformats.org/officeDocument/2006/relationships/notesSlide" Target="/ppt/notesSlides/notesSlide8.xml" Id="R57000e8de6414c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f92e8d873144a45" /><Relationship Type="http://schemas.openxmlformats.org/officeDocument/2006/relationships/image" Target="/ppt/media/image5.png" Id="R8faf5ac2fed4450c" /><Relationship Type="http://schemas.openxmlformats.org/officeDocument/2006/relationships/notesSlide" Target="/ppt/notesSlides/notesSlide9.xml" Id="R9c6c4b1e2e3c48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f46bbdb32c14ba9" /><Relationship Type="http://schemas.openxmlformats.org/officeDocument/2006/relationships/image" Target="/ppt/media/image5.png" Id="R3f682ad928ea4769" /><Relationship Type="http://schemas.openxmlformats.org/officeDocument/2006/relationships/notesSlide" Target="/ppt/notesSlides/notesSlide10.xml" Id="R64c85451224047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5cabcba580946c7" /><Relationship Type="http://schemas.openxmlformats.org/officeDocument/2006/relationships/image" Target="/ppt/media/image4.png" Id="R19d8533ec0dd446a" /><Relationship Type="http://schemas.openxmlformats.org/officeDocument/2006/relationships/image" Target="/ppt/media/image7.png" Id="Rafee8fc5544e47e7" /><Relationship Type="http://schemas.openxmlformats.org/officeDocument/2006/relationships/image" Target="/ppt/media/image8.png" Id="Rac6121260c46432f" /><Relationship Type="http://schemas.openxmlformats.org/officeDocument/2006/relationships/notesSlide" Target="/ppt/notesSlides/notesSlide11.xml" Id="R3920ddab4c934f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68288" indent="0">
              <a:buNone/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РАЗРЯД</a:t>
            </a:r>
            <a:endParaRPr sz="4800"/>
          </a:p>
          <a:p xmlns:a="http://schemas.openxmlformats.org/drawingml/2006/main">
            <a:pPr marL="268288" indent="0">
              <a:buNone/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Навыки говорят за вас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2D887E22-1348-451B-B98C-48E70D189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9277a28a5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93e966875c4d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 задаёт категорию. Подбор объясняет совпадения. Контакты открываются только выбранной компании.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Команда: PixiPod, один участник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 Балашев Артур Вадимович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Fullstack-разработчик: бэкенд, фронтенд и ML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 i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Ростов-на-Дону · Telegram: @ArtycoB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ПРОЕКТ «РАЗРЯД»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D5A5FCBA-2665-4097-B737-CE416EE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DFA4DD2A-8EB2-47A2-95AA-9D6FAD3D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AB8934A1-08D9-4471-A875-615533FE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Проверенный уровень помогает компании найти специалиста и предложить работу с открытой зарплатой.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E11C7-76B3-41C6-9547-6FB548FC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62000"/>
            <a:ext cx="5429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B4DA6-266C-4A6C-B704-83696BC9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14425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5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5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PixiPod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1C513-BB03-480A-9B11-84AEE75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46B7C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746B7C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746B7C"/>
                </a:solidFill>
                <a:latin typeface="Montserrat"/>
                <a:ea typeface="Montserrat"/>
                <a:cs typeface="Montserrat"/>
              </a:rPr>
              <a:t>Один разработчик. Полный цикл.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02b43e6b5e459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Python, FastAPI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Профили и тесты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Приглашения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Защита контактов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Бэкенд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Next.js, Tailwind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Русский интерфейс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Два кабинета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Адаптивная вёрстка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Фронтенд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Признаки и обучение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Оценка ранжирования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Объяснение совпадений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Контроль ограничений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ML и подбор</a:t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Тесты API и сценариев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Docker и запуск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Документация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Демонстрация</a:t>
            </a:r>
            <a:endParaRPr sz="120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Качество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191784" y="1809238"/>
            <a:ext cx="1722567" cy="1559717"/>
          </a:xfr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7520208" y="1809238"/>
            <a:ext cx="1722567" cy="1559717"/>
          </a:xfrm>
        </p:spPr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9802422" y="1809238"/>
            <a:ext cx="1722566" cy="1559717"/>
          </a:xfrm>
        </p:spPr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PIXIPOD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Fullstack-разработчик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Telegram: @ArtycoB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Ростов-на-Дону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Балашев Артур</a:t>
            </a:r>
          </a:p>
          <a:p xmlns:a="http://schemas.openxmlformats.org/drawingml/2006/main">
            <a:pPr marL="0" indent="0">
              <a:buNone/>
              <a:def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Вадимович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BB4248-462C-4CBB-AAC9-A789F54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572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Артур Балашев — единственный участник; справа направления его работы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697A2D-E70B-4FD8-8FC8-3B188E11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809750"/>
            <a:ext cx="1724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1777ED-AC9B-4CBB-85D6-530A3845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0F2361-E16E-4786-AE32-02FB201A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361" y="1809750"/>
            <a:ext cx="1724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4A1AA1-8F93-48CE-AE7B-A47D5C98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386" y="2143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1C30F6-2620-4EEB-A02C-D339F89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96" y="1809750"/>
            <a:ext cx="1724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B177E6-3932-46A4-BE37-B3C3C514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21" y="2143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WEB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2E21D6-8403-4DC8-93FD-2E988FF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032" y="1809750"/>
            <a:ext cx="1724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19D5B7-CB91-49AF-959A-310A2341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057" y="2143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ML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0DFA9D7-3109-4C63-A571-374C152C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809750"/>
            <a:ext cx="17240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E1CA3A-9A79-4A67-8B68-DE68161A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393" y="21431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3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QA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d085c7f3538449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 ПРОЕКТЕ И КОМАНДЕ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PixiPod — команда одного разработчика из Ростова-на-Дону. Балашев Артур Вадимович отвечает за полный цикл: бэкенд, фронтенд и ML.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Нет API ФСП — создан маркированный демореестр. Нет размеченных данных — проведена воспроизводимая оценка на синтетике. Доступ к контактам проверяется отдельно для каждой компании.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Задача продукта — связать проверяемые навыки с конкретными предложениями компаний.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BB66B2F9-5BCF-46C6-9931-9D4A1E1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651725CE-7F9B-4955-B092-1808BA0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F958EB3F-3DB5-41A2-874A-DDC9A822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ccdbd603e15497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Next.js + Tailwind: два кабинета и мобильный интерфейс.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FastAPI + SQLAlchemy: профили, тесты, вакансии, приглашения и согласия.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в Docker; SQLite для локального демо.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Параметризованный банк тестов и CPU-модель ранжирования.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ФСП: демореестр; официальный контур требует API и OIDC.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Специалисту: показать подтверждённые навыки и выбрать предложение с известной зарплатой.</a:t>
            </a:r>
          </a:p>
          <a:p xmlns:a="http://schemas.openxmlformats.org/drawingml/2006/main">
            <a:pPr marL="0" indent="0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Компании: искать внутри проверенной категории, сравнивать доказательства и приглашать без публикации вакансии.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Развитие: пилот с ФСП и компаниями, калибровка банка задач, </a:t>
            </a: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затем ATS и промышленный пилот.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6a72d78238347f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00A2F-7B0E-49CD-A836-CF2246A1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ПОДБОР ПО ПОДТВЕРЖДЁННЫМ НАВЫКАМ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62739-3884-407F-9A1D-7A463ACF66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b71251a604f28"/>
          <a:stretch xmlns:a="http://schemas.openxmlformats.org/drawingml/2006/main"/>
        </p:blipFill>
        <p:spPr>
          <a:xfrm xmlns:a="http://schemas.openxmlformats.org/drawingml/2006/main">
            <a:off x="523875" y="1743075"/>
            <a:ext cx="7715250" cy="38576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B2EBB-044B-44A7-95A1-C7E822C2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62125"/>
            <a:ext cx="285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01  Категория</a:t>
            </a:r>
          </a:p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Специализация и грейд</a:t>
            </a:r>
          </a:p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02  Доказательства</a:t>
            </a:r>
          </a:p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Тест, стек, история ФСП</a:t>
            </a:r>
          </a:p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03  Предложение</a:t>
            </a:r>
          </a:p>
          <a:p xmlns:a="http://schemas.openxmlformats.org/drawingml/2006/main">
            <a:pPr>
              <a:buNone/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Зарплата до знакомства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6330c62196491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 5">
            <a:extLst xmlns:a="http://schemas.openxmlformats.org/drawingml/2006/main"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90" y="370426"/>
            <a:ext cx="5562510" cy="4423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1133" y="169502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21133" y="255203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21133" y="3409044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21133" y="426605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521133" y="512306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41475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654EA57E-F421-40B9-97B1-FD43FF68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1604660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7A595284-E224-4702-9722-8C747FE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246553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F4693DF2-E99C-47A6-8281-E01B60CE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334286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70EDD015-C2DA-4D24-8318-9259B974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418312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13D5C2F4-C449-441A-967F-584F4621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5048098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02072-CBD2-4008-9D56-09EDA36B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АРХИТЕКТУРА И ГРАНИЦЫ ДОВЕРИЯ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2FABE-6802-41E8-9D96-181C813B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Интерфейс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5C3FA-8F73-4837-BB90-4C5B7161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7165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Next.js → единый origin → /api/v1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62086-5981-4BB5-A321-CF93F5D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Доступ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D33FF-A362-4123-83CD-970B1DE1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384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HttpOnly-сессия, роли, вход без письма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0A605-D636-4FA1-AF1D-9E883FB5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Домен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3AECF-953C-4209-9424-B5313489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0520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 → категория → подбор → приглашение → согласие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AA284-A457-411F-B655-4B3364F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Хранилище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B1488-62CD-422C-BCD1-0D70FB7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/ SQLite, уникальность, транзакции, аудит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1297F0-22E8-4F8F-BC8E-4BD4BD4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Интеграции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3A19D-ED41-416F-B59A-2EC31AD5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3875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ФСП и ATS требуют официального подключения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b61cb682a65405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0A406-EFAD-47CE-9BB6-DE8D20BC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НАВЫКОВ: ЧТО УЖЕ ИЗМЕРЕНО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CEA59-23D1-4B11-AF8C-47C14639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3 000 / 3 000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CD665-D391-4ACF-B4FA-CD2B830A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Уникальных вариантов</a:t>
            </a:r>
          </a:p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 одному чертежу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DB445-85B4-4044-BFC1-20D1EE1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 направлений</a:t>
            </a: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× 3 уровня.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8 вопросов, 30 минут.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Порог — 70 баллов.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6B48A-2384-4955-8E51-0B411C3F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0,854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A31C0-DB5B-4ACA-947C-306ECAF3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Корреляция test–retest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38308C-1CFC-4645-B19B-F916DA5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1 200 виртуальных участников.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Согласие по прохождению: 86,1%.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Симуляция IRT.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06924-6142-417F-953F-8CE1A6E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12,84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CE6D1-9EEF-4C58-8229-9F5238FE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Средний разброс баллов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BF9B8-6FF1-45A7-A396-19DE0851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Короткий тест даёт ошибку.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Нужны экспертная разметка</a:t>
            </a:r>
          </a:p>
          <a:p xmlns:a="http://schemas.openxmlformats.org/drawingml/2006/main">
            <a:pPr>
              <a:buNone/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реальная калибровка.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faf5ac2fed445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2F8FA-9A0A-4FB5-B306-74D276C5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МОДЕЛЬ УЛУЧШАЕТ СИНТЕТИЧЕСКИЙ ПОДБОР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425E8-947F-4B4E-B06D-5AF6FB3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NDCG@5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F84E2-E08B-4993-AD0D-E5736E9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Формула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BD26C-4679-4D24-8BE9-5042B2C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60513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3D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53FCD-8372-4FF5-81FC-1AB81736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0,9774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00882-804F-4FA2-AA5E-69AD0C8B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Гибрид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BB2B5-18BB-4FFB-A170-DE6BEE61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613181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158630-2A94-401D-A2B3-28EF7488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0,9904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7A6CAC-744A-4386-8655-A77C4E5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5 120 обучающих пар · 1 280 валидационных · 1 920 тестовых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Разделение по потребностям и кандидатам. 60 тестовых подборок.</a:t>
            </a:r>
          </a:p>
          <a:p xmlns:a="http://schemas.openxmlformats.org/drawingml/2006/main">
            <a:pPr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Метки синтетические: результат не доказывает качество реального найма.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f682ad928ea476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oundRect">
            <a:avLst>
              <a:gd name="adj" fmla="val 6127"/>
            </a:avLst>
          </a:prstGeo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prstGeom xmlns:a="http://schemas.openxmlformats.org/drawingml/2006/main" prst="roundRect">
            <a:avLst>
              <a:gd name="adj" fmla="val 11783"/>
            </a:avLst>
          </a:prstGeo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prstGeom xmlns:a="http://schemas.openxmlformats.org/drawingml/2006/main" prst="roundRect">
            <a:avLst>
              <a:gd name="adj" fmla="val 7254"/>
            </a:avLst>
          </a:prstGeom>
        </p:spPr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prstGeom xmlns:a="http://schemas.openxmlformats.org/drawingml/2006/main" prst="roundRect">
            <a:avLst>
              <a:gd name="adj" fmla="val 10128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2775523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A4509-03B7-4A6C-B9F6-CAC0FFAA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ГОТОВО И ЧТО НУЖНО ДЛЯ ПИЛОТА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03208-97E3-4C91-B71F-D1FFA30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Работающий прототип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F03D3-5817-41C4-BD18-BCF4BF7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Регистрация без письма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и PDF-резюме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выбранного грейда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Потребности и объяснимый подбор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Приглашения и адресный контакт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Вакансии, отклики, практика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2B5C8-1901-452D-B12C-C6BB14B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192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Следующий этап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FE1D3-6B2E-4EE2-8711-1E499FD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Официальный API ФСП и OIDC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Экспертная калибровка тестов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Разметка от работодателей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компаний и антифрод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Мониторинг и внешнее хранение копий</a:t>
            </a:r>
          </a:p>
          <a:p xmlns:a="http://schemas.openxmlformats.org/drawingml/2006/main">
            <a:pPr>
              <a:buNone/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ATS, пилот и оценка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d8533ec0dd44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 xmlns:a="http://schemas.openxmlformats.org/drawingml/2006/main"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498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124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05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 xmlns:a="http://schemas.openxmlformats.org/drawingml/2006/main"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574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 xmlns:a="http://schemas.openxmlformats.org/drawingml/2006/main"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23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 xmlns:a="http://schemas.openxmlformats.org/drawingml/2006/main"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903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263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ap="flat">
            <a:solidFill>
              <a:srgbClr val="B3B3B3"/>
            </a:solidFill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11808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 xmlns:a="http://schemas.openxmlformats.org/drawingml/2006/main"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76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596" y="1340551"/>
            <a:ext cx="129571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github.com/ArtycoBW/-</a:t>
            </a:r>
          </a:p>
        </p:txBody>
      </p:sp>
      <p:sp>
        <p:nvSpPr>
          <p:cNvPr id="1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9513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5396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022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103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 xmlns:a="http://schemas.openxmlformats.org/drawingml/2006/main"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3472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 xmlns:a="http://schemas.openxmlformats.org/drawingml/2006/main"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013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 xmlns:a="http://schemas.openxmlformats.org/drawingml/2006/main"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6801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161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ap="flat">
            <a:solidFill>
              <a:srgbClr val="B3B3B3"/>
            </a:solidFill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856706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 xmlns:a="http://schemas.openxmlformats.org/drawingml/2006/main"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866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494" y="1340551"/>
            <a:ext cx="129571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github.com/ArtycoBW/-</a:t>
            </a:r>
          </a:p>
        </p:txBody>
      </p:sp>
      <p:sp>
        <p:nvSpPr>
          <p:cNvPr id="3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411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/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/>
      </p:sp>
      <p:sp>
        <p:nvSpPr>
          <p:cNvPr id="5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337FE4-845E-41CB-B37A-D3ACD284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ДЕМОНСТРАЦИЯ СКВОЗНОГО СЦЕНАРИЯ</a:t>
            </a:r>
          </a:p>
        </p:txBody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25839C-2742-492D-B801-9629713FD8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e8fc5544e47e7"/>
          <a:stretch xmlns:a="http://schemas.openxmlformats.org/drawingml/2006/main"/>
        </p:blipFill>
        <p:spPr>
          <a:xfrm xmlns:a="http://schemas.openxmlformats.org/drawingml/2006/main">
            <a:off x="1209675" y="1700213"/>
            <a:ext cx="4133850" cy="2066925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0E7BAB-F82B-4AF8-B46C-634E4ECB0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121260c46432f"/>
          <a:stretch xmlns:a="http://schemas.openxmlformats.org/drawingml/2006/main"/>
        </p:blipFill>
        <p:spPr>
          <a:xfrm xmlns:a="http://schemas.openxmlformats.org/drawingml/2006/main">
            <a:off x="7374731" y="1700213"/>
            <a:ext cx="3100388" cy="206692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E7BE69-01BA-4DF1-BDB9-8DFC6656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github.com/ArtycoBW/- · код и материалы</a:t>
            </a:r>
          </a:p>
          <a:p xmlns:a="http://schemas.openxmlformats.org/drawingml/2006/main">
            <a:pPr>
              <a:buNone/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README: запуск, проверки и ссылки на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2026-10-11T08:01:01.8370000Z</dcterms:created>
  <dcterms:modified xsi:type="dcterms:W3CDTF">2026-10-11T08:01:01.8370000Z</dcterms:modified>
</coreProperties>
</file>